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 id="2147483699" r:id="rId2"/>
  </p:sldMasterIdLst>
  <p:notesMasterIdLst>
    <p:notesMasterId r:id="rId12"/>
  </p:notesMasterIdLst>
  <p:sldIdLst>
    <p:sldId id="256" r:id="rId3"/>
    <p:sldId id="257" r:id="rId4"/>
    <p:sldId id="263" r:id="rId5"/>
    <p:sldId id="258" r:id="rId6"/>
    <p:sldId id="259" r:id="rId7"/>
    <p:sldId id="260" r:id="rId8"/>
    <p:sldId id="264" r:id="rId9"/>
    <p:sldId id="266" r:id="rId10"/>
    <p:sldId id="265" r:id="rId11"/>
  </p:sldIdLst>
  <p:sldSz cx="9144000" cy="5143500" type="screen16x9"/>
  <p:notesSz cx="6858000" cy="9144000"/>
  <p:embeddedFontLst>
    <p:embeddedFont>
      <p:font typeface="Inter" panose="020B0604020202020204" charset="0"/>
      <p:regular r:id="rId13"/>
      <p:bold r:id="rId14"/>
      <p:italic r:id="rId15"/>
      <p:boldItalic r:id="rId16"/>
    </p:embeddedFont>
    <p:embeddedFont>
      <p:font typeface="Inter Light" panose="020B0604020202020204" charset="0"/>
      <p:regular r:id="rId17"/>
      <p:bold r:id="rId18"/>
      <p:italic r:id="rId19"/>
      <p:boldItalic r:id="rId20"/>
    </p:embeddedFont>
    <p:embeddedFont>
      <p:font typeface="Lexend" panose="020B0604020202020204" charset="0"/>
      <p:regular r:id="rId21"/>
      <p:bold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35FD61-5DF3-6CF1-DD68-D6747399E2DC}" v="33" dt="2026-03-20T03:28:39.278"/>
    <p1510:client id="{DE13E9AD-5D17-0812-DB79-53113D359991}" v="292" dt="2026-03-20T19:52:41.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2.fntdata"/><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7.fntdata"/><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e3d3d1d9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e3d3d1d9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rgbClr val="1D1D1D"/>
              </a:solidFill>
              <a:latin typeface="Inter"/>
              <a:ea typeface="Inter"/>
              <a:cs typeface="Inter"/>
              <a:sym typeface="Inte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3ff419ccee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3ff419cce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we know, UCSB offers a liberal arts education in that it offers a variety of courses in multiple different disciplines.</a:t>
            </a:r>
            <a:endParaRPr lang="en-US"/>
          </a:p>
          <a:p>
            <a:pPr marL="457200" lvl="0" indent="-298450" algn="l" rtl="0">
              <a:spcBef>
                <a:spcPts val="0"/>
              </a:spcBef>
              <a:spcAft>
                <a:spcPts val="0"/>
              </a:spcAft>
              <a:buSzPts val="1100"/>
              <a:buChar char="-"/>
            </a:pPr>
            <a:r>
              <a:rPr lang="en" dirty="0"/>
              <a:t>However, with the amount of courses, there is no official way for students to get a tailored made recommendation list outside </a:t>
            </a:r>
            <a:r>
              <a:rPr lang="en" dirty="0" err="1"/>
              <a:t>fo</a:t>
            </a:r>
            <a:r>
              <a:rPr lang="en" dirty="0"/>
              <a:t> their major. Besides reddit or friends.</a:t>
            </a:r>
            <a:endParaRPr dirty="0"/>
          </a:p>
          <a:p>
            <a:pPr marL="0" lvl="0" indent="0" algn="l" rtl="0">
              <a:spcBef>
                <a:spcPts val="0"/>
              </a:spcBef>
              <a:spcAft>
                <a:spcPts val="0"/>
              </a:spcAft>
              <a:buNone/>
            </a:pPr>
            <a:endParaRPr/>
          </a:p>
          <a:p>
            <a:pPr marL="0" lvl="0" indent="0" algn="l" rtl="0">
              <a:spcBef>
                <a:spcPts val="0"/>
              </a:spcBef>
              <a:spcAft>
                <a:spcPts val="0"/>
              </a:spcAft>
              <a:buNone/>
            </a:pPr>
            <a:r>
              <a:rPr lang="en" dirty="0"/>
              <a:t>That’s why we decided to help with the course search process by implementing a UCSB course recommendation system that recommend UCSB courses to students based on their interests.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76B4E44B-4FC8-E1F1-6343-FAD927A0EA2C}"/>
            </a:ext>
          </a:extLst>
        </p:cNvPr>
        <p:cNvGrpSpPr/>
        <p:nvPr/>
      </p:nvGrpSpPr>
      <p:grpSpPr>
        <a:xfrm>
          <a:off x="0" y="0"/>
          <a:ext cx="0" cy="0"/>
          <a:chOff x="0" y="0"/>
          <a:chExt cx="0" cy="0"/>
        </a:xfrm>
      </p:grpSpPr>
      <p:sp>
        <p:nvSpPr>
          <p:cNvPr id="391" name="Google Shape;391;g33ff419ccee_0_2:notes">
            <a:extLst>
              <a:ext uri="{FF2B5EF4-FFF2-40B4-BE49-F238E27FC236}">
                <a16:creationId xmlns:a16="http://schemas.microsoft.com/office/drawing/2014/main" id="{F8177F95-85EF-A968-15E9-9C41DC7358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3ff419ccee_0_2:notes">
            <a:extLst>
              <a:ext uri="{FF2B5EF4-FFF2-40B4-BE49-F238E27FC236}">
                <a16:creationId xmlns:a16="http://schemas.microsoft.com/office/drawing/2014/main" id="{74104FB9-2297-DBEE-D6F0-79EBCFCCC6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 dirty="0"/>
              <a:t>My main contribution to this project is extending an earlier BM25-based course recommendation system into a more complete and personalized pipeline. I reused the course description dataset and the core BM25 retrieval framework that I originally built about a year ago, then adapted it to work with a structured student profile dataset. For this version, I designed the weighted student-profile matching logic, added filtering rules to improve recommendation quality, and incorporated an LLM-based reranking and explanation layer to make the final recommendations more personalized and interpretable. I also handled the data preprocessing, prompt design, and integration needed to connect the retrieval stage with the LLM output.</a:t>
            </a:r>
            <a:endParaRPr lang="en-US" dirty="0"/>
          </a:p>
          <a:p>
            <a:pPr marL="0" lvl="0" indent="0" algn="l">
              <a:spcBef>
                <a:spcPts val="0"/>
              </a:spcBef>
              <a:spcAft>
                <a:spcPts val="0"/>
              </a:spcAft>
              <a:buNone/>
            </a:pPr>
            <a:endParaRPr lang="en" dirty="0"/>
          </a:p>
        </p:txBody>
      </p:sp>
    </p:spTree>
    <p:extLst>
      <p:ext uri="{BB962C8B-B14F-4D97-AF65-F5344CB8AC3E}">
        <p14:creationId xmlns:p14="http://schemas.microsoft.com/office/powerpoint/2010/main" val="3274493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e3d3d1d940_0_3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e3d3d1d940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student data was acquired from a Kaggle dataset. In order to recommend courses to the students in this dataset, courses by subject were extracted from the UCSB API using R.  A data frame was constructed with each course having a fraction of the information fields provided by the API. This course </a:t>
            </a:r>
            <a:r>
              <a:rPr lang="en" dirty="0" err="1"/>
              <a:t>dataframe</a:t>
            </a:r>
            <a:r>
              <a:rPr lang="en" dirty="0"/>
              <a:t> was exported into a csv file that we performed exploratory data analysis on. </a:t>
            </a:r>
            <a:endParaRPr lang="en-US" dirty="0"/>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3ff419ccee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3ff419ccee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3ff419ccee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3ff419cce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How we built the recommender system</a:t>
            </a:r>
            <a:endParaRPr lang="en-US"/>
          </a:p>
          <a:p>
            <a:pPr marL="457200" lvl="0" indent="-298450" algn="l" rtl="0">
              <a:spcBef>
                <a:spcPts val="0"/>
              </a:spcBef>
              <a:spcAft>
                <a:spcPts val="0"/>
              </a:spcAft>
              <a:buSzPts val="1100"/>
              <a:buChar char="-"/>
            </a:pPr>
            <a:r>
              <a:rPr lang="en" dirty="0">
                <a:solidFill>
                  <a:schemeClr val="dk1"/>
                </a:solidFill>
              </a:rPr>
              <a:t>The recommendation system uses the BM25 algorithm. This algorithm takes </a:t>
            </a:r>
            <a:r>
              <a:rPr lang="en" dirty="0" err="1">
                <a:solidFill>
                  <a:schemeClr val="dk1"/>
                </a:solidFill>
              </a:rPr>
              <a:t>idf</a:t>
            </a:r>
            <a:r>
              <a:rPr lang="en" dirty="0">
                <a:solidFill>
                  <a:schemeClr val="dk1"/>
                </a:solidFill>
              </a:rPr>
              <a:t> scores for each token in the course descriptions. The query term in our case is each token in the students’ profile text. The document here is each course description. The larger the output similarity scores are, the similar a given course is to a given student’s interests.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91902BEE-F1D2-D3E8-8972-5E0C2194BD9C}"/>
            </a:ext>
          </a:extLst>
        </p:cNvPr>
        <p:cNvGrpSpPr/>
        <p:nvPr/>
      </p:nvGrpSpPr>
      <p:grpSpPr>
        <a:xfrm>
          <a:off x="0" y="0"/>
          <a:ext cx="0" cy="0"/>
          <a:chOff x="0" y="0"/>
          <a:chExt cx="0" cy="0"/>
        </a:xfrm>
      </p:grpSpPr>
      <p:sp>
        <p:nvSpPr>
          <p:cNvPr id="391" name="Google Shape;391;g33ff419ccee_0_2:notes">
            <a:extLst>
              <a:ext uri="{FF2B5EF4-FFF2-40B4-BE49-F238E27FC236}">
                <a16:creationId xmlns:a16="http://schemas.microsoft.com/office/drawing/2014/main" id="{9D129E30-975F-AD03-4D9F-84DD613DB4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3ff419ccee_0_2:notes">
            <a:extLst>
              <a:ext uri="{FF2B5EF4-FFF2-40B4-BE49-F238E27FC236}">
                <a16:creationId xmlns:a16="http://schemas.microsoft.com/office/drawing/2014/main" id="{DAD56AD9-35AC-8723-18A0-49FB34E215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 b="1"/>
              <a:t>Why add an LLM?</a:t>
            </a:r>
            <a:endParaRPr lang="en-US"/>
          </a:p>
          <a:p>
            <a:pPr marL="171450" indent="-171450"/>
            <a:r>
              <a:rPr lang="en"/>
              <a:t>BM25 is effective for keyword-based retrieval</a:t>
            </a:r>
          </a:p>
          <a:p>
            <a:pPr marL="171450" indent="-171450"/>
            <a:r>
              <a:rPr lang="en"/>
              <a:t>But it may miss broader context across student interests, skills, and research goals</a:t>
            </a:r>
          </a:p>
          <a:p>
            <a:pPr marL="171450" indent="-171450"/>
            <a:r>
              <a:rPr lang="en"/>
              <a:t>The LLM helps refine the shortlist using higher-level reasoning</a:t>
            </a:r>
          </a:p>
          <a:p>
            <a:pPr indent="0">
              <a:buNone/>
            </a:pPr>
            <a:r>
              <a:rPr lang="en" b="1"/>
              <a:t>What the LLM does</a:t>
            </a:r>
            <a:endParaRPr lang="en"/>
          </a:p>
          <a:p>
            <a:pPr marL="171450" indent="-171450"/>
            <a:r>
              <a:rPr lang="en"/>
              <a:t>Takes the student profile and top BM25 candidate courses as input</a:t>
            </a:r>
          </a:p>
          <a:p>
            <a:pPr marL="171450" indent="-171450"/>
            <a:r>
              <a:rPr lang="en"/>
              <a:t>Selects the best final recommendations</a:t>
            </a:r>
          </a:p>
          <a:p>
            <a:pPr marL="171450" indent="-171450"/>
            <a:r>
              <a:rPr lang="en"/>
              <a:t>Generates short personalized explanations for each course</a:t>
            </a:r>
          </a:p>
          <a:p>
            <a:pPr marL="0" indent="0">
              <a:buNone/>
            </a:pPr>
            <a:endParaRPr lang="en" dirty="0"/>
          </a:p>
        </p:txBody>
      </p:sp>
    </p:spTree>
    <p:extLst>
      <p:ext uri="{BB962C8B-B14F-4D97-AF65-F5344CB8AC3E}">
        <p14:creationId xmlns:p14="http://schemas.microsoft.com/office/powerpoint/2010/main" val="426437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0E1B3006-993C-3986-D99A-472313A3BCA6}"/>
            </a:ext>
          </a:extLst>
        </p:cNvPr>
        <p:cNvGrpSpPr/>
        <p:nvPr/>
      </p:nvGrpSpPr>
      <p:grpSpPr>
        <a:xfrm>
          <a:off x="0" y="0"/>
          <a:ext cx="0" cy="0"/>
          <a:chOff x="0" y="0"/>
          <a:chExt cx="0" cy="0"/>
        </a:xfrm>
      </p:grpSpPr>
      <p:sp>
        <p:nvSpPr>
          <p:cNvPr id="391" name="Google Shape;391;g33ff419ccee_0_2:notes">
            <a:extLst>
              <a:ext uri="{FF2B5EF4-FFF2-40B4-BE49-F238E27FC236}">
                <a16:creationId xmlns:a16="http://schemas.microsoft.com/office/drawing/2014/main" id="{75376107-A993-25C7-6427-C27CDA8230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3ff419ccee_0_2:notes">
            <a:extLst>
              <a:ext uri="{FF2B5EF4-FFF2-40B4-BE49-F238E27FC236}">
                <a16:creationId xmlns:a16="http://schemas.microsoft.com/office/drawing/2014/main" id="{4C2C5731-5017-50E5-53A4-AD73A07151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 b="1" dirty="0"/>
          </a:p>
          <a:p>
            <a:pPr marL="0" indent="0">
              <a:buNone/>
            </a:pPr>
            <a:endParaRPr lang="en" dirty="0"/>
          </a:p>
        </p:txBody>
      </p:sp>
    </p:spTree>
    <p:extLst>
      <p:ext uri="{BB962C8B-B14F-4D97-AF65-F5344CB8AC3E}">
        <p14:creationId xmlns:p14="http://schemas.microsoft.com/office/powerpoint/2010/main" val="128564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a:extLst>
            <a:ext uri="{FF2B5EF4-FFF2-40B4-BE49-F238E27FC236}">
              <a16:creationId xmlns:a16="http://schemas.microsoft.com/office/drawing/2014/main" id="{E10F0EFD-C5C0-3833-A8EE-D189CBEF72DB}"/>
            </a:ext>
          </a:extLst>
        </p:cNvPr>
        <p:cNvGrpSpPr/>
        <p:nvPr/>
      </p:nvGrpSpPr>
      <p:grpSpPr>
        <a:xfrm>
          <a:off x="0" y="0"/>
          <a:ext cx="0" cy="0"/>
          <a:chOff x="0" y="0"/>
          <a:chExt cx="0" cy="0"/>
        </a:xfrm>
      </p:grpSpPr>
      <p:sp>
        <p:nvSpPr>
          <p:cNvPr id="391" name="Google Shape;391;g33ff419ccee_0_2:notes">
            <a:extLst>
              <a:ext uri="{FF2B5EF4-FFF2-40B4-BE49-F238E27FC236}">
                <a16:creationId xmlns:a16="http://schemas.microsoft.com/office/drawing/2014/main" id="{07F920D2-657C-B730-7332-A553801C66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3ff419ccee_0_2:notes">
            <a:extLst>
              <a:ext uri="{FF2B5EF4-FFF2-40B4-BE49-F238E27FC236}">
                <a16:creationId xmlns:a16="http://schemas.microsoft.com/office/drawing/2014/main" id="{9DA81FCC-7370-5519-FBE6-BA134B06BC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 b="1" dirty="0"/>
          </a:p>
        </p:txBody>
      </p:sp>
    </p:spTree>
    <p:extLst>
      <p:ext uri="{BB962C8B-B14F-4D97-AF65-F5344CB8AC3E}">
        <p14:creationId xmlns:p14="http://schemas.microsoft.com/office/powerpoint/2010/main" val="919716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dk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20875" y="1402000"/>
            <a:ext cx="4324800" cy="24327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sz="6000" b="1">
                <a:solidFill>
                  <a:schemeClr val="lt1"/>
                </a:solidFill>
              </a:defRPr>
            </a:lvl2pPr>
            <a:lvl3pPr lvl="2">
              <a:lnSpc>
                <a:spcPct val="80000"/>
              </a:lnSpc>
              <a:spcBef>
                <a:spcPts val="0"/>
              </a:spcBef>
              <a:spcAft>
                <a:spcPts val="0"/>
              </a:spcAft>
              <a:buClr>
                <a:schemeClr val="lt1"/>
              </a:buClr>
              <a:buSzPts val="6000"/>
              <a:buFont typeface="Inter"/>
              <a:buNone/>
              <a:defRPr sz="6000" b="1">
                <a:solidFill>
                  <a:schemeClr val="lt1"/>
                </a:solidFill>
              </a:defRPr>
            </a:lvl3pPr>
            <a:lvl4pPr lvl="3">
              <a:lnSpc>
                <a:spcPct val="80000"/>
              </a:lnSpc>
              <a:spcBef>
                <a:spcPts val="0"/>
              </a:spcBef>
              <a:spcAft>
                <a:spcPts val="0"/>
              </a:spcAft>
              <a:buClr>
                <a:schemeClr val="lt1"/>
              </a:buClr>
              <a:buSzPts val="6000"/>
              <a:buFont typeface="Inter"/>
              <a:buNone/>
              <a:defRPr sz="6000" b="1">
                <a:solidFill>
                  <a:schemeClr val="lt1"/>
                </a:solidFill>
              </a:defRPr>
            </a:lvl4pPr>
            <a:lvl5pPr lvl="4">
              <a:lnSpc>
                <a:spcPct val="80000"/>
              </a:lnSpc>
              <a:spcBef>
                <a:spcPts val="0"/>
              </a:spcBef>
              <a:spcAft>
                <a:spcPts val="0"/>
              </a:spcAft>
              <a:buClr>
                <a:schemeClr val="lt1"/>
              </a:buClr>
              <a:buSzPts val="6000"/>
              <a:buFont typeface="Inter"/>
              <a:buNone/>
              <a:defRPr sz="6000" b="1">
                <a:solidFill>
                  <a:schemeClr val="lt1"/>
                </a:solidFill>
              </a:defRPr>
            </a:lvl5pPr>
            <a:lvl6pPr lvl="5">
              <a:lnSpc>
                <a:spcPct val="80000"/>
              </a:lnSpc>
              <a:spcBef>
                <a:spcPts val="0"/>
              </a:spcBef>
              <a:spcAft>
                <a:spcPts val="0"/>
              </a:spcAft>
              <a:buClr>
                <a:schemeClr val="lt1"/>
              </a:buClr>
              <a:buSzPts val="6000"/>
              <a:buFont typeface="Inter"/>
              <a:buNone/>
              <a:defRPr sz="6000" b="1">
                <a:solidFill>
                  <a:schemeClr val="lt1"/>
                </a:solidFill>
              </a:defRPr>
            </a:lvl6pPr>
            <a:lvl7pPr lvl="6">
              <a:lnSpc>
                <a:spcPct val="80000"/>
              </a:lnSpc>
              <a:spcBef>
                <a:spcPts val="0"/>
              </a:spcBef>
              <a:spcAft>
                <a:spcPts val="0"/>
              </a:spcAft>
              <a:buClr>
                <a:schemeClr val="lt1"/>
              </a:buClr>
              <a:buSzPts val="6000"/>
              <a:buFont typeface="Inter"/>
              <a:buNone/>
              <a:defRPr sz="6000" b="1">
                <a:solidFill>
                  <a:schemeClr val="lt1"/>
                </a:solidFill>
              </a:defRPr>
            </a:lvl7pPr>
            <a:lvl8pPr lvl="7">
              <a:lnSpc>
                <a:spcPct val="80000"/>
              </a:lnSpc>
              <a:spcBef>
                <a:spcPts val="0"/>
              </a:spcBef>
              <a:spcAft>
                <a:spcPts val="0"/>
              </a:spcAft>
              <a:buClr>
                <a:schemeClr val="lt1"/>
              </a:buClr>
              <a:buSzPts val="6000"/>
              <a:buFont typeface="Inter"/>
              <a:buNone/>
              <a:defRPr sz="6000" b="1">
                <a:solidFill>
                  <a:schemeClr val="lt1"/>
                </a:solidFill>
              </a:defRPr>
            </a:lvl8pPr>
            <a:lvl9pPr lvl="8">
              <a:lnSpc>
                <a:spcPct val="80000"/>
              </a:lnSpc>
              <a:spcBef>
                <a:spcPts val="0"/>
              </a:spcBef>
              <a:spcAft>
                <a:spcPts val="0"/>
              </a:spcAft>
              <a:buClr>
                <a:schemeClr val="lt1"/>
              </a:buClr>
              <a:buSzPts val="6000"/>
              <a:buFont typeface="Inter"/>
              <a:buNone/>
              <a:defRPr sz="6000" b="1">
                <a:solidFill>
                  <a:schemeClr val="lt1"/>
                </a:solidFill>
              </a:defRPr>
            </a:lvl9pPr>
          </a:lstStyle>
          <a:p>
            <a:endParaRPr/>
          </a:p>
        </p:txBody>
      </p:sp>
      <p:sp>
        <p:nvSpPr>
          <p:cNvPr id="56" name="Google Shape;56;p14"/>
          <p:cNvSpPr txBox="1">
            <a:spLocks noGrp="1"/>
          </p:cNvSpPr>
          <p:nvPr>
            <p:ph type="title" idx="2"/>
          </p:nvPr>
        </p:nvSpPr>
        <p:spPr>
          <a:xfrm>
            <a:off x="474350" y="3793500"/>
            <a:ext cx="4036500" cy="1153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800"/>
              <a:buFont typeface="Inter SemiBold"/>
              <a:buNone/>
              <a:defRPr sz="1800" b="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a:buNone/>
              <a:defRPr sz="1800">
                <a:solidFill>
                  <a:schemeClr val="lt2"/>
                </a:solidFill>
              </a:defRPr>
            </a:lvl2pPr>
            <a:lvl3pPr lvl="2">
              <a:spcBef>
                <a:spcPts val="0"/>
              </a:spcBef>
              <a:spcAft>
                <a:spcPts val="0"/>
              </a:spcAft>
              <a:buClr>
                <a:schemeClr val="lt2"/>
              </a:buClr>
              <a:buSzPts val="1800"/>
              <a:buFont typeface="Inter"/>
              <a:buNone/>
              <a:defRPr sz="1800">
                <a:solidFill>
                  <a:schemeClr val="lt2"/>
                </a:solidFill>
              </a:defRPr>
            </a:lvl3pPr>
            <a:lvl4pPr lvl="3">
              <a:spcBef>
                <a:spcPts val="0"/>
              </a:spcBef>
              <a:spcAft>
                <a:spcPts val="0"/>
              </a:spcAft>
              <a:buClr>
                <a:schemeClr val="lt2"/>
              </a:buClr>
              <a:buSzPts val="1800"/>
              <a:buFont typeface="Inter"/>
              <a:buNone/>
              <a:defRPr sz="1800">
                <a:solidFill>
                  <a:schemeClr val="lt2"/>
                </a:solidFill>
              </a:defRPr>
            </a:lvl4pPr>
            <a:lvl5pPr lvl="4">
              <a:spcBef>
                <a:spcPts val="0"/>
              </a:spcBef>
              <a:spcAft>
                <a:spcPts val="0"/>
              </a:spcAft>
              <a:buClr>
                <a:schemeClr val="lt2"/>
              </a:buClr>
              <a:buSzPts val="1800"/>
              <a:buFont typeface="Inter"/>
              <a:buNone/>
              <a:defRPr sz="1800">
                <a:solidFill>
                  <a:schemeClr val="lt2"/>
                </a:solidFill>
              </a:defRPr>
            </a:lvl5pPr>
            <a:lvl6pPr lvl="5">
              <a:spcBef>
                <a:spcPts val="0"/>
              </a:spcBef>
              <a:spcAft>
                <a:spcPts val="0"/>
              </a:spcAft>
              <a:buClr>
                <a:schemeClr val="lt2"/>
              </a:buClr>
              <a:buSzPts val="1800"/>
              <a:buFont typeface="Inter"/>
              <a:buNone/>
              <a:defRPr sz="1800">
                <a:solidFill>
                  <a:schemeClr val="lt2"/>
                </a:solidFill>
              </a:defRPr>
            </a:lvl6pPr>
            <a:lvl7pPr lvl="6">
              <a:spcBef>
                <a:spcPts val="0"/>
              </a:spcBef>
              <a:spcAft>
                <a:spcPts val="0"/>
              </a:spcAft>
              <a:buClr>
                <a:schemeClr val="lt2"/>
              </a:buClr>
              <a:buSzPts val="1800"/>
              <a:buFont typeface="Inter"/>
              <a:buNone/>
              <a:defRPr sz="1800">
                <a:solidFill>
                  <a:schemeClr val="lt2"/>
                </a:solidFill>
              </a:defRPr>
            </a:lvl7pPr>
            <a:lvl8pPr lvl="7">
              <a:spcBef>
                <a:spcPts val="0"/>
              </a:spcBef>
              <a:spcAft>
                <a:spcPts val="0"/>
              </a:spcAft>
              <a:buClr>
                <a:schemeClr val="lt2"/>
              </a:buClr>
              <a:buSzPts val="1800"/>
              <a:buFont typeface="Inter"/>
              <a:buNone/>
              <a:defRPr sz="1800">
                <a:solidFill>
                  <a:schemeClr val="lt2"/>
                </a:solidFill>
              </a:defRPr>
            </a:lvl8pPr>
            <a:lvl9pPr lvl="8">
              <a:spcBef>
                <a:spcPts val="0"/>
              </a:spcBef>
              <a:spcAft>
                <a:spcPts val="0"/>
              </a:spcAft>
              <a:buClr>
                <a:schemeClr val="lt2"/>
              </a:buClr>
              <a:buSzPts val="1800"/>
              <a:buFont typeface="Inter"/>
              <a:buNone/>
              <a:defRPr sz="1800">
                <a:solidFill>
                  <a:schemeClr val="lt2"/>
                </a:solidFill>
              </a:defRPr>
            </a:lvl9pPr>
          </a:lstStyle>
          <a:p>
            <a:endParaRPr/>
          </a:p>
        </p:txBody>
      </p:sp>
      <p:cxnSp>
        <p:nvCxnSpPr>
          <p:cNvPr id="57" name="Google Shape;57;p14"/>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58" name="Google Shape;58;p14"/>
          <p:cNvSpPr>
            <a:spLocks noGrp="1"/>
          </p:cNvSpPr>
          <p:nvPr>
            <p:ph type="pic" idx="3"/>
          </p:nvPr>
        </p:nvSpPr>
        <p:spPr>
          <a:xfrm>
            <a:off x="5039775" y="196800"/>
            <a:ext cx="3905400" cy="4749900"/>
          </a:xfrm>
          <a:prstGeom prst="roundRect">
            <a:avLst>
              <a:gd name="adj" fmla="val 2053"/>
            </a:avLst>
          </a:prstGeom>
          <a:noFill/>
          <a:ln>
            <a:noFill/>
          </a:ln>
        </p:spPr>
      </p:sp>
      <p:sp>
        <p:nvSpPr>
          <p:cNvPr id="59" name="Google Shape;59;p14"/>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60" name="Google Shape;60;p14"/>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
        <p:nvSpPr>
          <p:cNvPr id="61" name="Google Shape;61;p14"/>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spTree>
  </p:cSld>
  <p:clrMapOvr>
    <a:masterClrMapping/>
  </p:clrMapOvr>
  <p:extLst>
    <p:ext uri="{DCECCB84-F9BA-43D5-87BE-67443E8EF086}">
      <p15:sldGuideLst xmlns:p15="http://schemas.microsoft.com/office/powerpoint/2012/main">
        <p15:guide id="1" pos="353">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eadline Divider Slide">
  <p:cSld name="CUSTOM_3">
    <p:bg>
      <p:bgPr>
        <a:solidFill>
          <a:schemeClr val="dk1"/>
        </a:solid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4" name="Google Shape;64;p15"/>
          <p:cNvSpPr txBox="1">
            <a:spLocks noGrp="1"/>
          </p:cNvSpPr>
          <p:nvPr>
            <p:ph type="title"/>
          </p:nvPr>
        </p:nvSpPr>
        <p:spPr>
          <a:xfrm>
            <a:off x="420875" y="1402000"/>
            <a:ext cx="4324800" cy="24327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sz="6000" b="1">
                <a:solidFill>
                  <a:schemeClr val="lt1"/>
                </a:solidFill>
              </a:defRPr>
            </a:lvl2pPr>
            <a:lvl3pPr lvl="2">
              <a:lnSpc>
                <a:spcPct val="80000"/>
              </a:lnSpc>
              <a:spcBef>
                <a:spcPts val="0"/>
              </a:spcBef>
              <a:spcAft>
                <a:spcPts val="0"/>
              </a:spcAft>
              <a:buClr>
                <a:schemeClr val="lt1"/>
              </a:buClr>
              <a:buSzPts val="6000"/>
              <a:buFont typeface="Inter"/>
              <a:buNone/>
              <a:defRPr sz="6000" b="1">
                <a:solidFill>
                  <a:schemeClr val="lt1"/>
                </a:solidFill>
              </a:defRPr>
            </a:lvl3pPr>
            <a:lvl4pPr lvl="3">
              <a:lnSpc>
                <a:spcPct val="80000"/>
              </a:lnSpc>
              <a:spcBef>
                <a:spcPts val="0"/>
              </a:spcBef>
              <a:spcAft>
                <a:spcPts val="0"/>
              </a:spcAft>
              <a:buClr>
                <a:schemeClr val="lt1"/>
              </a:buClr>
              <a:buSzPts val="6000"/>
              <a:buFont typeface="Inter"/>
              <a:buNone/>
              <a:defRPr sz="6000" b="1">
                <a:solidFill>
                  <a:schemeClr val="lt1"/>
                </a:solidFill>
              </a:defRPr>
            </a:lvl4pPr>
            <a:lvl5pPr lvl="4">
              <a:lnSpc>
                <a:spcPct val="80000"/>
              </a:lnSpc>
              <a:spcBef>
                <a:spcPts val="0"/>
              </a:spcBef>
              <a:spcAft>
                <a:spcPts val="0"/>
              </a:spcAft>
              <a:buClr>
                <a:schemeClr val="lt1"/>
              </a:buClr>
              <a:buSzPts val="6000"/>
              <a:buFont typeface="Inter"/>
              <a:buNone/>
              <a:defRPr sz="6000" b="1">
                <a:solidFill>
                  <a:schemeClr val="lt1"/>
                </a:solidFill>
              </a:defRPr>
            </a:lvl5pPr>
            <a:lvl6pPr lvl="5">
              <a:lnSpc>
                <a:spcPct val="80000"/>
              </a:lnSpc>
              <a:spcBef>
                <a:spcPts val="0"/>
              </a:spcBef>
              <a:spcAft>
                <a:spcPts val="0"/>
              </a:spcAft>
              <a:buClr>
                <a:schemeClr val="lt1"/>
              </a:buClr>
              <a:buSzPts val="6000"/>
              <a:buFont typeface="Inter"/>
              <a:buNone/>
              <a:defRPr sz="6000" b="1">
                <a:solidFill>
                  <a:schemeClr val="lt1"/>
                </a:solidFill>
              </a:defRPr>
            </a:lvl6pPr>
            <a:lvl7pPr lvl="6">
              <a:lnSpc>
                <a:spcPct val="80000"/>
              </a:lnSpc>
              <a:spcBef>
                <a:spcPts val="0"/>
              </a:spcBef>
              <a:spcAft>
                <a:spcPts val="0"/>
              </a:spcAft>
              <a:buClr>
                <a:schemeClr val="lt1"/>
              </a:buClr>
              <a:buSzPts val="6000"/>
              <a:buFont typeface="Inter"/>
              <a:buNone/>
              <a:defRPr sz="6000" b="1">
                <a:solidFill>
                  <a:schemeClr val="lt1"/>
                </a:solidFill>
              </a:defRPr>
            </a:lvl7pPr>
            <a:lvl8pPr lvl="7">
              <a:lnSpc>
                <a:spcPct val="80000"/>
              </a:lnSpc>
              <a:spcBef>
                <a:spcPts val="0"/>
              </a:spcBef>
              <a:spcAft>
                <a:spcPts val="0"/>
              </a:spcAft>
              <a:buClr>
                <a:schemeClr val="lt1"/>
              </a:buClr>
              <a:buSzPts val="6000"/>
              <a:buFont typeface="Inter"/>
              <a:buNone/>
              <a:defRPr sz="6000" b="1">
                <a:solidFill>
                  <a:schemeClr val="lt1"/>
                </a:solidFill>
              </a:defRPr>
            </a:lvl8pPr>
            <a:lvl9pPr lvl="8">
              <a:lnSpc>
                <a:spcPct val="80000"/>
              </a:lnSpc>
              <a:spcBef>
                <a:spcPts val="0"/>
              </a:spcBef>
              <a:spcAft>
                <a:spcPts val="0"/>
              </a:spcAft>
              <a:buClr>
                <a:schemeClr val="lt1"/>
              </a:buClr>
              <a:buSzPts val="6000"/>
              <a:buFont typeface="Inter"/>
              <a:buNone/>
              <a:defRPr sz="6000" b="1">
                <a:solidFill>
                  <a:schemeClr val="lt1"/>
                </a:solidFill>
              </a:defRPr>
            </a:lvl9pPr>
          </a:lstStyle>
          <a:p>
            <a:endParaRPr/>
          </a:p>
        </p:txBody>
      </p:sp>
      <p:sp>
        <p:nvSpPr>
          <p:cNvPr id="65" name="Google Shape;65;p15"/>
          <p:cNvSpPr txBox="1">
            <a:spLocks noGrp="1"/>
          </p:cNvSpPr>
          <p:nvPr>
            <p:ph type="title" idx="2"/>
          </p:nvPr>
        </p:nvSpPr>
        <p:spPr>
          <a:xfrm>
            <a:off x="474350" y="3793500"/>
            <a:ext cx="4036500" cy="1153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800"/>
              <a:buFont typeface="Inter SemiBold"/>
              <a:buNone/>
              <a:defRPr sz="1800" b="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9pPr>
          </a:lstStyle>
          <a:p>
            <a:endParaRPr/>
          </a:p>
        </p:txBody>
      </p:sp>
      <p:cxnSp>
        <p:nvCxnSpPr>
          <p:cNvPr id="66" name="Google Shape;66;p15"/>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67" name="Google Shape;67;p15"/>
          <p:cNvSpPr>
            <a:spLocks noGrp="1"/>
          </p:cNvSpPr>
          <p:nvPr>
            <p:ph type="pic" idx="3"/>
          </p:nvPr>
        </p:nvSpPr>
        <p:spPr>
          <a:xfrm>
            <a:off x="5039775" y="196800"/>
            <a:ext cx="3905400" cy="4749900"/>
          </a:xfrm>
          <a:prstGeom prst="roundRect">
            <a:avLst>
              <a:gd name="adj" fmla="val 2053"/>
            </a:avLst>
          </a:prstGeom>
          <a:noFill/>
          <a:ln>
            <a:noFill/>
          </a:ln>
        </p:spPr>
      </p:sp>
      <p:sp>
        <p:nvSpPr>
          <p:cNvPr id="68" name="Google Shape;68;p15"/>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69" name="Google Shape;69;p15"/>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sp>
        <p:nvSpPr>
          <p:cNvPr id="70" name="Google Shape;70;p15"/>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ision / Mission" type="secHead">
  <p:cSld name="SECTION_HEADER">
    <p:bg>
      <p:bgPr>
        <a:solidFill>
          <a:schemeClr val="lt1"/>
        </a:solidFill>
        <a:effectLst/>
      </p:bgPr>
    </p:bg>
    <p:spTree>
      <p:nvGrpSpPr>
        <p:cNvPr id="1" name="Shape 71"/>
        <p:cNvGrpSpPr/>
        <p:nvPr/>
      </p:nvGrpSpPr>
      <p:grpSpPr>
        <a:xfrm>
          <a:off x="0" y="0"/>
          <a:ext cx="0" cy="0"/>
          <a:chOff x="0" y="0"/>
          <a:chExt cx="0" cy="0"/>
        </a:xfrm>
      </p:grpSpPr>
      <p:sp>
        <p:nvSpPr>
          <p:cNvPr id="72" name="Google Shape;72;p16"/>
          <p:cNvSpPr>
            <a:spLocks noGrp="1"/>
          </p:cNvSpPr>
          <p:nvPr>
            <p:ph type="pic" idx="2"/>
          </p:nvPr>
        </p:nvSpPr>
        <p:spPr>
          <a:xfrm>
            <a:off x="5039775" y="203250"/>
            <a:ext cx="3905400" cy="2298600"/>
          </a:xfrm>
          <a:prstGeom prst="roundRect">
            <a:avLst>
              <a:gd name="adj" fmla="val 2053"/>
            </a:avLst>
          </a:prstGeom>
          <a:noFill/>
          <a:ln>
            <a:noFill/>
          </a:ln>
        </p:spPr>
      </p:sp>
      <p:cxnSp>
        <p:nvCxnSpPr>
          <p:cNvPr id="73" name="Google Shape;73;p16"/>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74" name="Google Shape;74;p16"/>
          <p:cNvSpPr txBox="1">
            <a:spLocks noGrp="1"/>
          </p:cNvSpPr>
          <p:nvPr>
            <p:ph type="body" idx="1"/>
          </p:nvPr>
        </p:nvSpPr>
        <p:spPr>
          <a:xfrm>
            <a:off x="452575" y="1853525"/>
            <a:ext cx="2965500" cy="2440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dk2"/>
              </a:buClr>
              <a:buSzPts val="1200"/>
              <a:buChar char="●"/>
              <a:defRPr/>
            </a:lvl1pPr>
            <a:lvl2pPr marL="914400" lvl="1" indent="-304800">
              <a:spcBef>
                <a:spcPts val="0"/>
              </a:spcBef>
              <a:spcAft>
                <a:spcPts val="0"/>
              </a:spcAft>
              <a:buClr>
                <a:schemeClr val="dk2"/>
              </a:buClr>
              <a:buSzPts val="1200"/>
              <a:buChar char="○"/>
              <a:defRPr/>
            </a:lvl2pPr>
            <a:lvl3pPr marL="1371600" lvl="2" indent="-304800">
              <a:spcBef>
                <a:spcPts val="0"/>
              </a:spcBef>
              <a:spcAft>
                <a:spcPts val="0"/>
              </a:spcAft>
              <a:buClr>
                <a:schemeClr val="dk2"/>
              </a:buClr>
              <a:buSzPts val="1200"/>
              <a:buChar char="■"/>
              <a:defRPr/>
            </a:lvl3pPr>
            <a:lvl4pPr marL="1828800" lvl="3" indent="-304800">
              <a:spcBef>
                <a:spcPts val="0"/>
              </a:spcBef>
              <a:spcAft>
                <a:spcPts val="0"/>
              </a:spcAft>
              <a:buClr>
                <a:schemeClr val="dk2"/>
              </a:buClr>
              <a:buSzPts val="1200"/>
              <a:buChar char="●"/>
              <a:defRPr/>
            </a:lvl4pPr>
            <a:lvl5pPr marL="2286000" lvl="4" indent="-304800">
              <a:spcBef>
                <a:spcPts val="0"/>
              </a:spcBef>
              <a:spcAft>
                <a:spcPts val="0"/>
              </a:spcAft>
              <a:buClr>
                <a:schemeClr val="dk2"/>
              </a:buClr>
              <a:buSzPts val="1200"/>
              <a:buChar char="○"/>
              <a:defRPr/>
            </a:lvl5pPr>
            <a:lvl6pPr marL="2743200" lvl="5" indent="-304800">
              <a:spcBef>
                <a:spcPts val="0"/>
              </a:spcBef>
              <a:spcAft>
                <a:spcPts val="0"/>
              </a:spcAft>
              <a:buClr>
                <a:schemeClr val="dk2"/>
              </a:buClr>
              <a:buSzPts val="1200"/>
              <a:buChar char="■"/>
              <a:defRPr/>
            </a:lvl6pPr>
            <a:lvl7pPr marL="3200400" lvl="6" indent="-304800">
              <a:spcBef>
                <a:spcPts val="0"/>
              </a:spcBef>
              <a:spcAft>
                <a:spcPts val="0"/>
              </a:spcAft>
              <a:buClr>
                <a:schemeClr val="dk2"/>
              </a:buClr>
              <a:buSzPts val="1200"/>
              <a:buChar char="●"/>
              <a:defRPr/>
            </a:lvl7pPr>
            <a:lvl8pPr marL="3657600" lvl="7" indent="-304800">
              <a:spcBef>
                <a:spcPts val="0"/>
              </a:spcBef>
              <a:spcAft>
                <a:spcPts val="0"/>
              </a:spcAft>
              <a:buClr>
                <a:schemeClr val="dk2"/>
              </a:buClr>
              <a:buSzPts val="1200"/>
              <a:buChar char="○"/>
              <a:defRPr/>
            </a:lvl8pPr>
            <a:lvl9pPr marL="4114800" lvl="8" indent="-304800">
              <a:spcBef>
                <a:spcPts val="0"/>
              </a:spcBef>
              <a:spcAft>
                <a:spcPts val="0"/>
              </a:spcAft>
              <a:buClr>
                <a:schemeClr val="dk2"/>
              </a:buClr>
              <a:buSzPts val="1200"/>
              <a:buChar char="■"/>
              <a:defRPr/>
            </a:lvl9pPr>
          </a:lstStyle>
          <a:p>
            <a:endParaRPr/>
          </a:p>
        </p:txBody>
      </p:sp>
      <p:sp>
        <p:nvSpPr>
          <p:cNvPr id="75" name="Google Shape;75;p16"/>
          <p:cNvSpPr>
            <a:spLocks noGrp="1"/>
          </p:cNvSpPr>
          <p:nvPr>
            <p:ph type="pic" idx="3"/>
          </p:nvPr>
        </p:nvSpPr>
        <p:spPr>
          <a:xfrm>
            <a:off x="5039775" y="2624675"/>
            <a:ext cx="3905400" cy="2298600"/>
          </a:xfrm>
          <a:prstGeom prst="roundRect">
            <a:avLst>
              <a:gd name="adj" fmla="val 2053"/>
            </a:avLst>
          </a:prstGeom>
          <a:noFill/>
          <a:ln>
            <a:noFill/>
          </a:ln>
        </p:spPr>
      </p:sp>
      <p:sp>
        <p:nvSpPr>
          <p:cNvPr id="76" name="Google Shape;76;p16"/>
          <p:cNvSpPr txBox="1">
            <a:spLocks noGrp="1"/>
          </p:cNvSpPr>
          <p:nvPr>
            <p:ph type="title"/>
          </p:nvPr>
        </p:nvSpPr>
        <p:spPr>
          <a:xfrm>
            <a:off x="452575" y="596800"/>
            <a:ext cx="4263600" cy="1339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4200"/>
              <a:buFont typeface="Inter"/>
              <a:buNone/>
              <a:defRPr/>
            </a:lvl1pPr>
            <a:lvl2pPr lvl="1">
              <a:lnSpc>
                <a:spcPct val="80000"/>
              </a:lnSpc>
              <a:spcBef>
                <a:spcPts val="0"/>
              </a:spcBef>
              <a:spcAft>
                <a:spcPts val="0"/>
              </a:spcAft>
              <a:buClr>
                <a:schemeClr val="dk2"/>
              </a:buClr>
              <a:buSzPts val="4800"/>
              <a:buFont typeface="Inter"/>
              <a:buNone/>
              <a:defRPr sz="4800" b="1"/>
            </a:lvl2pPr>
            <a:lvl3pPr lvl="2">
              <a:lnSpc>
                <a:spcPct val="80000"/>
              </a:lnSpc>
              <a:spcBef>
                <a:spcPts val="0"/>
              </a:spcBef>
              <a:spcAft>
                <a:spcPts val="0"/>
              </a:spcAft>
              <a:buClr>
                <a:schemeClr val="dk2"/>
              </a:buClr>
              <a:buSzPts val="4800"/>
              <a:buFont typeface="Inter"/>
              <a:buNone/>
              <a:defRPr sz="4800" b="1"/>
            </a:lvl3pPr>
            <a:lvl4pPr lvl="3">
              <a:lnSpc>
                <a:spcPct val="80000"/>
              </a:lnSpc>
              <a:spcBef>
                <a:spcPts val="0"/>
              </a:spcBef>
              <a:spcAft>
                <a:spcPts val="0"/>
              </a:spcAft>
              <a:buClr>
                <a:schemeClr val="dk2"/>
              </a:buClr>
              <a:buSzPts val="4800"/>
              <a:buFont typeface="Inter"/>
              <a:buNone/>
              <a:defRPr sz="4800" b="1"/>
            </a:lvl4pPr>
            <a:lvl5pPr lvl="4">
              <a:lnSpc>
                <a:spcPct val="80000"/>
              </a:lnSpc>
              <a:spcBef>
                <a:spcPts val="0"/>
              </a:spcBef>
              <a:spcAft>
                <a:spcPts val="0"/>
              </a:spcAft>
              <a:buClr>
                <a:schemeClr val="dk2"/>
              </a:buClr>
              <a:buSzPts val="4800"/>
              <a:buFont typeface="Inter"/>
              <a:buNone/>
              <a:defRPr sz="4800" b="1"/>
            </a:lvl5pPr>
            <a:lvl6pPr lvl="5">
              <a:lnSpc>
                <a:spcPct val="80000"/>
              </a:lnSpc>
              <a:spcBef>
                <a:spcPts val="0"/>
              </a:spcBef>
              <a:spcAft>
                <a:spcPts val="0"/>
              </a:spcAft>
              <a:buClr>
                <a:schemeClr val="dk2"/>
              </a:buClr>
              <a:buSzPts val="4800"/>
              <a:buFont typeface="Inter"/>
              <a:buNone/>
              <a:defRPr sz="4800" b="1"/>
            </a:lvl6pPr>
            <a:lvl7pPr lvl="6">
              <a:lnSpc>
                <a:spcPct val="80000"/>
              </a:lnSpc>
              <a:spcBef>
                <a:spcPts val="0"/>
              </a:spcBef>
              <a:spcAft>
                <a:spcPts val="0"/>
              </a:spcAft>
              <a:buClr>
                <a:schemeClr val="dk2"/>
              </a:buClr>
              <a:buSzPts val="4800"/>
              <a:buFont typeface="Inter"/>
              <a:buNone/>
              <a:defRPr sz="4800" b="1"/>
            </a:lvl7pPr>
            <a:lvl8pPr lvl="7">
              <a:lnSpc>
                <a:spcPct val="80000"/>
              </a:lnSpc>
              <a:spcBef>
                <a:spcPts val="0"/>
              </a:spcBef>
              <a:spcAft>
                <a:spcPts val="0"/>
              </a:spcAft>
              <a:buClr>
                <a:schemeClr val="dk2"/>
              </a:buClr>
              <a:buSzPts val="4800"/>
              <a:buFont typeface="Inter"/>
              <a:buNone/>
              <a:defRPr sz="4800" b="1"/>
            </a:lvl8pPr>
            <a:lvl9pPr lvl="8">
              <a:lnSpc>
                <a:spcPct val="80000"/>
              </a:lnSpc>
              <a:spcBef>
                <a:spcPts val="0"/>
              </a:spcBef>
              <a:spcAft>
                <a:spcPts val="0"/>
              </a:spcAft>
              <a:buClr>
                <a:schemeClr val="dk2"/>
              </a:buClr>
              <a:buSzPts val="4800"/>
              <a:buFont typeface="Inter"/>
              <a:buNone/>
              <a:defRPr sz="4800" b="1"/>
            </a:lvl9pPr>
          </a:lstStyle>
          <a:p>
            <a:endParaRPr/>
          </a:p>
        </p:txBody>
      </p:sp>
      <p:sp>
        <p:nvSpPr>
          <p:cNvPr id="77" name="Google Shape;77;p16"/>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78" name="Google Shape;78;p16"/>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dk1"/>
                </a:solidFill>
                <a:latin typeface="Inter Light"/>
                <a:ea typeface="Inter Light"/>
                <a:cs typeface="Inter Light"/>
                <a:sym typeface="Inter Light"/>
              </a:defRPr>
            </a:lvl1pPr>
            <a:lvl2pPr lvl="1" algn="ctr" rtl="0">
              <a:buNone/>
              <a:defRPr sz="800">
                <a:solidFill>
                  <a:schemeClr val="dk1"/>
                </a:solidFill>
                <a:latin typeface="Inter Light"/>
                <a:ea typeface="Inter Light"/>
                <a:cs typeface="Inter Light"/>
                <a:sym typeface="Inter Light"/>
              </a:defRPr>
            </a:lvl2pPr>
            <a:lvl3pPr lvl="2" algn="ctr" rtl="0">
              <a:buNone/>
              <a:defRPr sz="800">
                <a:solidFill>
                  <a:schemeClr val="dk1"/>
                </a:solidFill>
                <a:latin typeface="Inter Light"/>
                <a:ea typeface="Inter Light"/>
                <a:cs typeface="Inter Light"/>
                <a:sym typeface="Inter Light"/>
              </a:defRPr>
            </a:lvl3pPr>
            <a:lvl4pPr lvl="3" algn="ctr" rtl="0">
              <a:buNone/>
              <a:defRPr sz="800">
                <a:solidFill>
                  <a:schemeClr val="dk1"/>
                </a:solidFill>
                <a:latin typeface="Inter Light"/>
                <a:ea typeface="Inter Light"/>
                <a:cs typeface="Inter Light"/>
                <a:sym typeface="Inter Light"/>
              </a:defRPr>
            </a:lvl4pPr>
            <a:lvl5pPr lvl="4" algn="ctr" rtl="0">
              <a:buNone/>
              <a:defRPr sz="800">
                <a:solidFill>
                  <a:schemeClr val="dk1"/>
                </a:solidFill>
                <a:latin typeface="Inter Light"/>
                <a:ea typeface="Inter Light"/>
                <a:cs typeface="Inter Light"/>
                <a:sym typeface="Inter Light"/>
              </a:defRPr>
            </a:lvl5pPr>
            <a:lvl6pPr lvl="5" algn="ctr" rtl="0">
              <a:buNone/>
              <a:defRPr sz="800">
                <a:solidFill>
                  <a:schemeClr val="dk1"/>
                </a:solidFill>
                <a:latin typeface="Inter Light"/>
                <a:ea typeface="Inter Light"/>
                <a:cs typeface="Inter Light"/>
                <a:sym typeface="Inter Light"/>
              </a:defRPr>
            </a:lvl6pPr>
            <a:lvl7pPr lvl="6" algn="ctr" rtl="0">
              <a:buNone/>
              <a:defRPr sz="800">
                <a:solidFill>
                  <a:schemeClr val="dk1"/>
                </a:solidFill>
                <a:latin typeface="Inter Light"/>
                <a:ea typeface="Inter Light"/>
                <a:cs typeface="Inter Light"/>
                <a:sym typeface="Inter Light"/>
              </a:defRPr>
            </a:lvl7pPr>
            <a:lvl8pPr lvl="7" algn="ctr" rtl="0">
              <a:buNone/>
              <a:defRPr sz="800">
                <a:solidFill>
                  <a:schemeClr val="dk1"/>
                </a:solidFill>
                <a:latin typeface="Inter Light"/>
                <a:ea typeface="Inter Light"/>
                <a:cs typeface="Inter Light"/>
                <a:sym typeface="Inter Light"/>
              </a:defRPr>
            </a:lvl8pPr>
            <a:lvl9pPr lvl="8" algn="ctr" rtl="0">
              <a:buNone/>
              <a:defRPr sz="800">
                <a:solidFill>
                  <a:schemeClr val="dk1"/>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79" name="Google Shape;79;p16"/>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extLst>
    <p:ext uri="{DCECCB84-F9BA-43D5-87BE-67443E8EF086}">
      <p15:sldGuideLst xmlns:p15="http://schemas.microsoft.com/office/powerpoint/2012/main">
        <p15:guide id="1" orient="horz" pos="432">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Divider" type="tx">
  <p:cSld name="TITLE_AND_BODY">
    <p:bg>
      <p:bgPr>
        <a:solidFill>
          <a:schemeClr val="dk2"/>
        </a:solidFill>
        <a:effectLst/>
      </p:bgPr>
    </p:bg>
    <p:spTree>
      <p:nvGrpSpPr>
        <p:cNvPr id="1" name="Shape 80"/>
        <p:cNvGrpSpPr/>
        <p:nvPr/>
      </p:nvGrpSpPr>
      <p:grpSpPr>
        <a:xfrm>
          <a:off x="0" y="0"/>
          <a:ext cx="0" cy="0"/>
          <a:chOff x="0" y="0"/>
          <a:chExt cx="0" cy="0"/>
        </a:xfrm>
      </p:grpSpPr>
      <p:cxnSp>
        <p:nvCxnSpPr>
          <p:cNvPr id="81" name="Google Shape;81;p17"/>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82" name="Google Shape;82;p17"/>
          <p:cNvSpPr txBox="1">
            <a:spLocks noGrp="1"/>
          </p:cNvSpPr>
          <p:nvPr>
            <p:ph type="title"/>
          </p:nvPr>
        </p:nvSpPr>
        <p:spPr>
          <a:xfrm>
            <a:off x="420875" y="1552350"/>
            <a:ext cx="6231300" cy="16887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sz="6000" b="1">
                <a:solidFill>
                  <a:schemeClr val="lt1"/>
                </a:solidFill>
              </a:defRPr>
            </a:lvl2pPr>
            <a:lvl3pPr lvl="2">
              <a:lnSpc>
                <a:spcPct val="80000"/>
              </a:lnSpc>
              <a:spcBef>
                <a:spcPts val="0"/>
              </a:spcBef>
              <a:spcAft>
                <a:spcPts val="0"/>
              </a:spcAft>
              <a:buClr>
                <a:schemeClr val="lt1"/>
              </a:buClr>
              <a:buSzPts val="6000"/>
              <a:buFont typeface="Inter"/>
              <a:buNone/>
              <a:defRPr sz="6000" b="1">
                <a:solidFill>
                  <a:schemeClr val="lt1"/>
                </a:solidFill>
              </a:defRPr>
            </a:lvl3pPr>
            <a:lvl4pPr lvl="3">
              <a:lnSpc>
                <a:spcPct val="80000"/>
              </a:lnSpc>
              <a:spcBef>
                <a:spcPts val="0"/>
              </a:spcBef>
              <a:spcAft>
                <a:spcPts val="0"/>
              </a:spcAft>
              <a:buClr>
                <a:schemeClr val="lt1"/>
              </a:buClr>
              <a:buSzPts val="6000"/>
              <a:buFont typeface="Inter"/>
              <a:buNone/>
              <a:defRPr sz="6000" b="1">
                <a:solidFill>
                  <a:schemeClr val="lt1"/>
                </a:solidFill>
              </a:defRPr>
            </a:lvl4pPr>
            <a:lvl5pPr lvl="4">
              <a:lnSpc>
                <a:spcPct val="80000"/>
              </a:lnSpc>
              <a:spcBef>
                <a:spcPts val="0"/>
              </a:spcBef>
              <a:spcAft>
                <a:spcPts val="0"/>
              </a:spcAft>
              <a:buClr>
                <a:schemeClr val="lt1"/>
              </a:buClr>
              <a:buSzPts val="6000"/>
              <a:buFont typeface="Inter"/>
              <a:buNone/>
              <a:defRPr sz="6000" b="1">
                <a:solidFill>
                  <a:schemeClr val="lt1"/>
                </a:solidFill>
              </a:defRPr>
            </a:lvl5pPr>
            <a:lvl6pPr lvl="5">
              <a:lnSpc>
                <a:spcPct val="80000"/>
              </a:lnSpc>
              <a:spcBef>
                <a:spcPts val="0"/>
              </a:spcBef>
              <a:spcAft>
                <a:spcPts val="0"/>
              </a:spcAft>
              <a:buClr>
                <a:schemeClr val="lt1"/>
              </a:buClr>
              <a:buSzPts val="6000"/>
              <a:buFont typeface="Inter"/>
              <a:buNone/>
              <a:defRPr sz="6000" b="1">
                <a:solidFill>
                  <a:schemeClr val="lt1"/>
                </a:solidFill>
              </a:defRPr>
            </a:lvl6pPr>
            <a:lvl7pPr lvl="6">
              <a:lnSpc>
                <a:spcPct val="80000"/>
              </a:lnSpc>
              <a:spcBef>
                <a:spcPts val="0"/>
              </a:spcBef>
              <a:spcAft>
                <a:spcPts val="0"/>
              </a:spcAft>
              <a:buClr>
                <a:schemeClr val="lt1"/>
              </a:buClr>
              <a:buSzPts val="6000"/>
              <a:buFont typeface="Inter"/>
              <a:buNone/>
              <a:defRPr sz="6000" b="1">
                <a:solidFill>
                  <a:schemeClr val="lt1"/>
                </a:solidFill>
              </a:defRPr>
            </a:lvl7pPr>
            <a:lvl8pPr lvl="7">
              <a:lnSpc>
                <a:spcPct val="80000"/>
              </a:lnSpc>
              <a:spcBef>
                <a:spcPts val="0"/>
              </a:spcBef>
              <a:spcAft>
                <a:spcPts val="0"/>
              </a:spcAft>
              <a:buClr>
                <a:schemeClr val="lt1"/>
              </a:buClr>
              <a:buSzPts val="6000"/>
              <a:buFont typeface="Inter"/>
              <a:buNone/>
              <a:defRPr sz="6000" b="1">
                <a:solidFill>
                  <a:schemeClr val="lt1"/>
                </a:solidFill>
              </a:defRPr>
            </a:lvl8pPr>
            <a:lvl9pPr lvl="8">
              <a:lnSpc>
                <a:spcPct val="80000"/>
              </a:lnSpc>
              <a:spcBef>
                <a:spcPts val="0"/>
              </a:spcBef>
              <a:spcAft>
                <a:spcPts val="0"/>
              </a:spcAft>
              <a:buClr>
                <a:schemeClr val="lt1"/>
              </a:buClr>
              <a:buSzPts val="6000"/>
              <a:buFont typeface="Inter"/>
              <a:buNone/>
              <a:defRPr sz="6000" b="1">
                <a:solidFill>
                  <a:schemeClr val="lt1"/>
                </a:solidFill>
              </a:defRPr>
            </a:lvl9pPr>
          </a:lstStyle>
          <a:p>
            <a:endParaRPr/>
          </a:p>
        </p:txBody>
      </p:sp>
      <p:sp>
        <p:nvSpPr>
          <p:cNvPr id="83" name="Google Shape;83;p17"/>
          <p:cNvSpPr txBox="1">
            <a:spLocks noGrp="1"/>
          </p:cNvSpPr>
          <p:nvPr>
            <p:ph type="title" idx="2"/>
          </p:nvPr>
        </p:nvSpPr>
        <p:spPr>
          <a:xfrm>
            <a:off x="472350" y="3144800"/>
            <a:ext cx="2965500" cy="164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800"/>
              <a:buFont typeface="Inter SemiBold"/>
              <a:buNone/>
              <a:defRPr sz="1800" b="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9pPr>
          </a:lstStyle>
          <a:p>
            <a:endParaRPr/>
          </a:p>
        </p:txBody>
      </p:sp>
      <p:sp>
        <p:nvSpPr>
          <p:cNvPr id="84" name="Google Shape;84;p17"/>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85" name="Google Shape;85;p17"/>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lt2"/>
                </a:solidFill>
                <a:latin typeface="Inter Light"/>
                <a:ea typeface="Inter Light"/>
                <a:cs typeface="Inter Light"/>
                <a:sym typeface="Inter Light"/>
              </a:defRPr>
            </a:lvl1pPr>
            <a:lvl2pPr lvl="1" algn="ctr" rtl="0">
              <a:buNone/>
              <a:defRPr sz="800">
                <a:solidFill>
                  <a:schemeClr val="lt2"/>
                </a:solidFill>
                <a:latin typeface="Inter Light"/>
                <a:ea typeface="Inter Light"/>
                <a:cs typeface="Inter Light"/>
                <a:sym typeface="Inter Light"/>
              </a:defRPr>
            </a:lvl2pPr>
            <a:lvl3pPr lvl="2" algn="ctr" rtl="0">
              <a:buNone/>
              <a:defRPr sz="800">
                <a:solidFill>
                  <a:schemeClr val="lt2"/>
                </a:solidFill>
                <a:latin typeface="Inter Light"/>
                <a:ea typeface="Inter Light"/>
                <a:cs typeface="Inter Light"/>
                <a:sym typeface="Inter Light"/>
              </a:defRPr>
            </a:lvl3pPr>
            <a:lvl4pPr lvl="3" algn="ctr" rtl="0">
              <a:buNone/>
              <a:defRPr sz="800">
                <a:solidFill>
                  <a:schemeClr val="lt2"/>
                </a:solidFill>
                <a:latin typeface="Inter Light"/>
                <a:ea typeface="Inter Light"/>
                <a:cs typeface="Inter Light"/>
                <a:sym typeface="Inter Light"/>
              </a:defRPr>
            </a:lvl4pPr>
            <a:lvl5pPr lvl="4" algn="ctr" rtl="0">
              <a:buNone/>
              <a:defRPr sz="800">
                <a:solidFill>
                  <a:schemeClr val="lt2"/>
                </a:solidFill>
                <a:latin typeface="Inter Light"/>
                <a:ea typeface="Inter Light"/>
                <a:cs typeface="Inter Light"/>
                <a:sym typeface="Inter Light"/>
              </a:defRPr>
            </a:lvl5pPr>
            <a:lvl6pPr lvl="5" algn="ctr" rtl="0">
              <a:buNone/>
              <a:defRPr sz="800">
                <a:solidFill>
                  <a:schemeClr val="lt2"/>
                </a:solidFill>
                <a:latin typeface="Inter Light"/>
                <a:ea typeface="Inter Light"/>
                <a:cs typeface="Inter Light"/>
                <a:sym typeface="Inter Light"/>
              </a:defRPr>
            </a:lvl6pPr>
            <a:lvl7pPr lvl="6" algn="ctr" rtl="0">
              <a:buNone/>
              <a:defRPr sz="800">
                <a:solidFill>
                  <a:schemeClr val="lt2"/>
                </a:solidFill>
                <a:latin typeface="Inter Light"/>
                <a:ea typeface="Inter Light"/>
                <a:cs typeface="Inter Light"/>
                <a:sym typeface="Inter Light"/>
              </a:defRPr>
            </a:lvl7pPr>
            <a:lvl8pPr lvl="7" algn="ctr" rtl="0">
              <a:buNone/>
              <a:defRPr sz="800">
                <a:solidFill>
                  <a:schemeClr val="lt2"/>
                </a:solidFill>
                <a:latin typeface="Inter Light"/>
                <a:ea typeface="Inter Light"/>
                <a:cs typeface="Inter Light"/>
                <a:sym typeface="Inter Light"/>
              </a:defRPr>
            </a:lvl8pPr>
            <a:lvl9pPr lvl="8" algn="ctr" rtl="0">
              <a:buNone/>
              <a:defRPr sz="800">
                <a:solidFill>
                  <a:schemeClr val="l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86" name="Google Shape;86;p17"/>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extLst>
    <p:ext uri="{DCECCB84-F9BA-43D5-87BE-67443E8EF086}">
      <p15:sldGuideLst xmlns:p15="http://schemas.microsoft.com/office/powerpoint/2012/main">
        <p15:guide id="1" pos="353">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evenue Model" type="twoColTx">
  <p:cSld name="TITLE_AND_TWO_COLUMNS">
    <p:bg>
      <p:bgPr>
        <a:solidFill>
          <a:schemeClr val="dk1"/>
        </a:solidFill>
        <a:effectLst/>
      </p:bgPr>
    </p:bg>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89" name="Google Shape;89;p18"/>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90" name="Google Shape;90;p18"/>
          <p:cNvSpPr txBox="1">
            <a:spLocks noGrp="1"/>
          </p:cNvSpPr>
          <p:nvPr>
            <p:ph type="title"/>
          </p:nvPr>
        </p:nvSpPr>
        <p:spPr>
          <a:xfrm>
            <a:off x="450850" y="596800"/>
            <a:ext cx="6767700" cy="14319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a:endParaRPr/>
          </a:p>
        </p:txBody>
      </p:sp>
      <p:sp>
        <p:nvSpPr>
          <p:cNvPr id="91" name="Google Shape;91;p18"/>
          <p:cNvSpPr txBox="1">
            <a:spLocks noGrp="1"/>
          </p:cNvSpPr>
          <p:nvPr>
            <p:ph type="body" idx="1"/>
          </p:nvPr>
        </p:nvSpPr>
        <p:spPr>
          <a:xfrm>
            <a:off x="560525" y="3718900"/>
            <a:ext cx="3552600" cy="8736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92" name="Google Shape;92;p18"/>
          <p:cNvSpPr txBox="1">
            <a:spLocks noGrp="1"/>
          </p:cNvSpPr>
          <p:nvPr>
            <p:ph type="body" idx="2"/>
          </p:nvPr>
        </p:nvSpPr>
        <p:spPr>
          <a:xfrm>
            <a:off x="4113125" y="3718900"/>
            <a:ext cx="3552600" cy="8736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93" name="Google Shape;93;p18"/>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94" name="Google Shape;94;p18"/>
          <p:cNvSpPr txBox="1">
            <a:spLocks noGrp="1"/>
          </p:cNvSpPr>
          <p:nvPr>
            <p:ph type="sldNum" idx="3"/>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lt2"/>
                </a:solidFill>
                <a:latin typeface="Inter Light"/>
                <a:ea typeface="Inter Light"/>
                <a:cs typeface="Inter Light"/>
                <a:sym typeface="Inter Light"/>
              </a:defRPr>
            </a:lvl1pPr>
            <a:lvl2pPr lvl="1" algn="ctr" rtl="0">
              <a:buNone/>
              <a:defRPr sz="800">
                <a:solidFill>
                  <a:schemeClr val="lt2"/>
                </a:solidFill>
                <a:latin typeface="Inter Light"/>
                <a:ea typeface="Inter Light"/>
                <a:cs typeface="Inter Light"/>
                <a:sym typeface="Inter Light"/>
              </a:defRPr>
            </a:lvl2pPr>
            <a:lvl3pPr lvl="2" algn="ctr" rtl="0">
              <a:buNone/>
              <a:defRPr sz="800">
                <a:solidFill>
                  <a:schemeClr val="lt2"/>
                </a:solidFill>
                <a:latin typeface="Inter Light"/>
                <a:ea typeface="Inter Light"/>
                <a:cs typeface="Inter Light"/>
                <a:sym typeface="Inter Light"/>
              </a:defRPr>
            </a:lvl3pPr>
            <a:lvl4pPr lvl="3" algn="ctr" rtl="0">
              <a:buNone/>
              <a:defRPr sz="800">
                <a:solidFill>
                  <a:schemeClr val="lt2"/>
                </a:solidFill>
                <a:latin typeface="Inter Light"/>
                <a:ea typeface="Inter Light"/>
                <a:cs typeface="Inter Light"/>
                <a:sym typeface="Inter Light"/>
              </a:defRPr>
            </a:lvl4pPr>
            <a:lvl5pPr lvl="4" algn="ctr" rtl="0">
              <a:buNone/>
              <a:defRPr sz="800">
                <a:solidFill>
                  <a:schemeClr val="lt2"/>
                </a:solidFill>
                <a:latin typeface="Inter Light"/>
                <a:ea typeface="Inter Light"/>
                <a:cs typeface="Inter Light"/>
                <a:sym typeface="Inter Light"/>
              </a:defRPr>
            </a:lvl5pPr>
            <a:lvl6pPr lvl="5" algn="ctr" rtl="0">
              <a:buNone/>
              <a:defRPr sz="800">
                <a:solidFill>
                  <a:schemeClr val="lt2"/>
                </a:solidFill>
                <a:latin typeface="Inter Light"/>
                <a:ea typeface="Inter Light"/>
                <a:cs typeface="Inter Light"/>
                <a:sym typeface="Inter Light"/>
              </a:defRPr>
            </a:lvl6pPr>
            <a:lvl7pPr lvl="6" algn="ctr" rtl="0">
              <a:buNone/>
              <a:defRPr sz="800">
                <a:solidFill>
                  <a:schemeClr val="lt2"/>
                </a:solidFill>
                <a:latin typeface="Inter Light"/>
                <a:ea typeface="Inter Light"/>
                <a:cs typeface="Inter Light"/>
                <a:sym typeface="Inter Light"/>
              </a:defRPr>
            </a:lvl7pPr>
            <a:lvl8pPr lvl="7" algn="ctr" rtl="0">
              <a:buNone/>
              <a:defRPr sz="800">
                <a:solidFill>
                  <a:schemeClr val="lt2"/>
                </a:solidFill>
                <a:latin typeface="Inter Light"/>
                <a:ea typeface="Inter Light"/>
                <a:cs typeface="Inter Light"/>
                <a:sym typeface="Inter Light"/>
              </a:defRPr>
            </a:lvl8pPr>
            <a:lvl9pPr lvl="8" algn="ctr" rtl="0">
              <a:buNone/>
              <a:defRPr sz="800">
                <a:solidFill>
                  <a:schemeClr val="l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95" name="Google Shape;95;p18"/>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ject Timeline" type="titleOnly">
  <p:cSld name="TITLE_ONLY">
    <p:bg>
      <p:bgPr>
        <a:solidFill>
          <a:schemeClr val="lt1"/>
        </a:solidFill>
        <a:effectLst/>
      </p:bgPr>
    </p:bg>
    <p:spTree>
      <p:nvGrpSpPr>
        <p:cNvPr id="1" name="Shape 96"/>
        <p:cNvGrpSpPr/>
        <p:nvPr/>
      </p:nvGrpSpPr>
      <p:grpSpPr>
        <a:xfrm>
          <a:off x="0" y="0"/>
          <a:ext cx="0" cy="0"/>
          <a:chOff x="0" y="0"/>
          <a:chExt cx="0" cy="0"/>
        </a:xfrm>
      </p:grpSpPr>
      <p:sp>
        <p:nvSpPr>
          <p:cNvPr id="97" name="Google Shape;9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98" name="Google Shape;98;p19"/>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99" name="Google Shape;99;p19"/>
          <p:cNvSpPr txBox="1">
            <a:spLocks noGrp="1"/>
          </p:cNvSpPr>
          <p:nvPr>
            <p:ph type="title"/>
          </p:nvPr>
        </p:nvSpPr>
        <p:spPr>
          <a:xfrm>
            <a:off x="452575" y="596800"/>
            <a:ext cx="6868800" cy="1339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4200"/>
              <a:buFont typeface="Inter"/>
              <a:buNone/>
              <a:defRPr/>
            </a:lvl1pPr>
            <a:lvl2pPr lvl="1">
              <a:lnSpc>
                <a:spcPct val="80000"/>
              </a:lnSpc>
              <a:spcBef>
                <a:spcPts val="0"/>
              </a:spcBef>
              <a:spcAft>
                <a:spcPts val="0"/>
              </a:spcAft>
              <a:buClr>
                <a:schemeClr val="dk2"/>
              </a:buClr>
              <a:buSzPts val="4800"/>
              <a:buFont typeface="Inter"/>
              <a:buNone/>
              <a:defRPr sz="4800" b="1"/>
            </a:lvl2pPr>
            <a:lvl3pPr lvl="2">
              <a:lnSpc>
                <a:spcPct val="80000"/>
              </a:lnSpc>
              <a:spcBef>
                <a:spcPts val="0"/>
              </a:spcBef>
              <a:spcAft>
                <a:spcPts val="0"/>
              </a:spcAft>
              <a:buClr>
                <a:schemeClr val="dk2"/>
              </a:buClr>
              <a:buSzPts val="4800"/>
              <a:buFont typeface="Inter"/>
              <a:buNone/>
              <a:defRPr sz="4800" b="1"/>
            </a:lvl3pPr>
            <a:lvl4pPr lvl="3">
              <a:lnSpc>
                <a:spcPct val="80000"/>
              </a:lnSpc>
              <a:spcBef>
                <a:spcPts val="0"/>
              </a:spcBef>
              <a:spcAft>
                <a:spcPts val="0"/>
              </a:spcAft>
              <a:buClr>
                <a:schemeClr val="dk2"/>
              </a:buClr>
              <a:buSzPts val="4800"/>
              <a:buFont typeface="Inter"/>
              <a:buNone/>
              <a:defRPr sz="4800" b="1"/>
            </a:lvl4pPr>
            <a:lvl5pPr lvl="4">
              <a:lnSpc>
                <a:spcPct val="80000"/>
              </a:lnSpc>
              <a:spcBef>
                <a:spcPts val="0"/>
              </a:spcBef>
              <a:spcAft>
                <a:spcPts val="0"/>
              </a:spcAft>
              <a:buClr>
                <a:schemeClr val="dk2"/>
              </a:buClr>
              <a:buSzPts val="4800"/>
              <a:buFont typeface="Inter"/>
              <a:buNone/>
              <a:defRPr sz="4800" b="1"/>
            </a:lvl5pPr>
            <a:lvl6pPr lvl="5">
              <a:lnSpc>
                <a:spcPct val="80000"/>
              </a:lnSpc>
              <a:spcBef>
                <a:spcPts val="0"/>
              </a:spcBef>
              <a:spcAft>
                <a:spcPts val="0"/>
              </a:spcAft>
              <a:buClr>
                <a:schemeClr val="dk2"/>
              </a:buClr>
              <a:buSzPts val="4800"/>
              <a:buFont typeface="Inter"/>
              <a:buNone/>
              <a:defRPr sz="4800" b="1"/>
            </a:lvl6pPr>
            <a:lvl7pPr lvl="6">
              <a:lnSpc>
                <a:spcPct val="80000"/>
              </a:lnSpc>
              <a:spcBef>
                <a:spcPts val="0"/>
              </a:spcBef>
              <a:spcAft>
                <a:spcPts val="0"/>
              </a:spcAft>
              <a:buClr>
                <a:schemeClr val="dk2"/>
              </a:buClr>
              <a:buSzPts val="4800"/>
              <a:buFont typeface="Inter"/>
              <a:buNone/>
              <a:defRPr sz="4800" b="1"/>
            </a:lvl7pPr>
            <a:lvl8pPr lvl="7">
              <a:lnSpc>
                <a:spcPct val="80000"/>
              </a:lnSpc>
              <a:spcBef>
                <a:spcPts val="0"/>
              </a:spcBef>
              <a:spcAft>
                <a:spcPts val="0"/>
              </a:spcAft>
              <a:buClr>
                <a:schemeClr val="dk2"/>
              </a:buClr>
              <a:buSzPts val="4800"/>
              <a:buFont typeface="Inter"/>
              <a:buNone/>
              <a:defRPr sz="4800" b="1"/>
            </a:lvl8pPr>
            <a:lvl9pPr lvl="8">
              <a:lnSpc>
                <a:spcPct val="80000"/>
              </a:lnSpc>
              <a:spcBef>
                <a:spcPts val="0"/>
              </a:spcBef>
              <a:spcAft>
                <a:spcPts val="0"/>
              </a:spcAft>
              <a:buClr>
                <a:schemeClr val="dk2"/>
              </a:buClr>
              <a:buSzPts val="4800"/>
              <a:buFont typeface="Inter"/>
              <a:buNone/>
              <a:defRPr sz="4800" b="1"/>
            </a:lvl9pPr>
          </a:lstStyle>
          <a:p>
            <a:endParaRPr/>
          </a:p>
        </p:txBody>
      </p:sp>
      <p:sp>
        <p:nvSpPr>
          <p:cNvPr id="100" name="Google Shape;100;p19"/>
          <p:cNvSpPr txBox="1">
            <a:spLocks noGrp="1"/>
          </p:cNvSpPr>
          <p:nvPr>
            <p:ph type="body" idx="1"/>
          </p:nvPr>
        </p:nvSpPr>
        <p:spPr>
          <a:xfrm>
            <a:off x="589475" y="2780825"/>
            <a:ext cx="1641300" cy="1719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Inter"/>
              <a:buChar char="●"/>
              <a:defRPr sz="1000"/>
            </a:lvl1pPr>
            <a:lvl2pPr marL="914400" lvl="1" indent="-292100">
              <a:spcBef>
                <a:spcPts val="0"/>
              </a:spcBef>
              <a:spcAft>
                <a:spcPts val="0"/>
              </a:spcAft>
              <a:buClr>
                <a:schemeClr val="dk2"/>
              </a:buClr>
              <a:buSzPts val="1000"/>
              <a:buFont typeface="Inter"/>
              <a:buChar char="○"/>
              <a:defRPr sz="1000"/>
            </a:lvl2pPr>
            <a:lvl3pPr marL="1371600" lvl="2" indent="-292100">
              <a:spcBef>
                <a:spcPts val="0"/>
              </a:spcBef>
              <a:spcAft>
                <a:spcPts val="0"/>
              </a:spcAft>
              <a:buClr>
                <a:schemeClr val="dk2"/>
              </a:buClr>
              <a:buSzPts val="1000"/>
              <a:buFont typeface="Inter"/>
              <a:buChar char="■"/>
              <a:defRPr sz="1000"/>
            </a:lvl3pPr>
            <a:lvl4pPr marL="1828800" lvl="3" indent="-292100">
              <a:spcBef>
                <a:spcPts val="0"/>
              </a:spcBef>
              <a:spcAft>
                <a:spcPts val="0"/>
              </a:spcAft>
              <a:buClr>
                <a:schemeClr val="dk2"/>
              </a:buClr>
              <a:buSzPts val="1000"/>
              <a:buFont typeface="Inter"/>
              <a:buChar char="●"/>
              <a:defRPr sz="1000"/>
            </a:lvl4pPr>
            <a:lvl5pPr marL="2286000" lvl="4" indent="-292100">
              <a:spcBef>
                <a:spcPts val="0"/>
              </a:spcBef>
              <a:spcAft>
                <a:spcPts val="0"/>
              </a:spcAft>
              <a:buClr>
                <a:schemeClr val="dk2"/>
              </a:buClr>
              <a:buSzPts val="1000"/>
              <a:buFont typeface="Inter"/>
              <a:buChar char="○"/>
              <a:defRPr sz="1000"/>
            </a:lvl5pPr>
            <a:lvl6pPr marL="2743200" lvl="5" indent="-292100">
              <a:spcBef>
                <a:spcPts val="0"/>
              </a:spcBef>
              <a:spcAft>
                <a:spcPts val="0"/>
              </a:spcAft>
              <a:buClr>
                <a:schemeClr val="dk2"/>
              </a:buClr>
              <a:buSzPts val="1000"/>
              <a:buFont typeface="Inter"/>
              <a:buChar char="■"/>
              <a:defRPr sz="1000"/>
            </a:lvl6pPr>
            <a:lvl7pPr marL="3200400" lvl="6" indent="-292100">
              <a:spcBef>
                <a:spcPts val="0"/>
              </a:spcBef>
              <a:spcAft>
                <a:spcPts val="0"/>
              </a:spcAft>
              <a:buClr>
                <a:schemeClr val="dk2"/>
              </a:buClr>
              <a:buSzPts val="1000"/>
              <a:buFont typeface="Inter"/>
              <a:buChar char="●"/>
              <a:defRPr sz="1000"/>
            </a:lvl7pPr>
            <a:lvl8pPr marL="3657600" lvl="7" indent="-292100">
              <a:spcBef>
                <a:spcPts val="0"/>
              </a:spcBef>
              <a:spcAft>
                <a:spcPts val="0"/>
              </a:spcAft>
              <a:buClr>
                <a:schemeClr val="dk2"/>
              </a:buClr>
              <a:buSzPts val="1000"/>
              <a:buFont typeface="Inter"/>
              <a:buChar char="○"/>
              <a:defRPr sz="1000"/>
            </a:lvl8pPr>
            <a:lvl9pPr marL="4114800" lvl="8" indent="-292100">
              <a:spcBef>
                <a:spcPts val="0"/>
              </a:spcBef>
              <a:spcAft>
                <a:spcPts val="0"/>
              </a:spcAft>
              <a:buClr>
                <a:schemeClr val="dk2"/>
              </a:buClr>
              <a:buSzPts val="1000"/>
              <a:buFont typeface="Inter"/>
              <a:buChar char="■"/>
              <a:defRPr sz="1000"/>
            </a:lvl9pPr>
          </a:lstStyle>
          <a:p>
            <a:endParaRPr/>
          </a:p>
        </p:txBody>
      </p:sp>
      <p:sp>
        <p:nvSpPr>
          <p:cNvPr id="101" name="Google Shape;101;p19"/>
          <p:cNvSpPr txBox="1">
            <a:spLocks noGrp="1"/>
          </p:cNvSpPr>
          <p:nvPr>
            <p:ph type="body" idx="2"/>
          </p:nvPr>
        </p:nvSpPr>
        <p:spPr>
          <a:xfrm>
            <a:off x="2601850" y="2780825"/>
            <a:ext cx="1641300" cy="1719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Inter"/>
              <a:buChar char="●"/>
              <a:defRPr sz="1000"/>
            </a:lvl1pPr>
            <a:lvl2pPr marL="914400" lvl="1" indent="-292100">
              <a:spcBef>
                <a:spcPts val="0"/>
              </a:spcBef>
              <a:spcAft>
                <a:spcPts val="0"/>
              </a:spcAft>
              <a:buClr>
                <a:schemeClr val="dk2"/>
              </a:buClr>
              <a:buSzPts val="1000"/>
              <a:buFont typeface="Inter"/>
              <a:buChar char="○"/>
              <a:defRPr sz="1000"/>
            </a:lvl2pPr>
            <a:lvl3pPr marL="1371600" lvl="2" indent="-292100">
              <a:spcBef>
                <a:spcPts val="0"/>
              </a:spcBef>
              <a:spcAft>
                <a:spcPts val="0"/>
              </a:spcAft>
              <a:buClr>
                <a:schemeClr val="dk2"/>
              </a:buClr>
              <a:buSzPts val="1000"/>
              <a:buFont typeface="Inter"/>
              <a:buChar char="■"/>
              <a:defRPr sz="1000"/>
            </a:lvl3pPr>
            <a:lvl4pPr marL="1828800" lvl="3" indent="-292100">
              <a:spcBef>
                <a:spcPts val="0"/>
              </a:spcBef>
              <a:spcAft>
                <a:spcPts val="0"/>
              </a:spcAft>
              <a:buClr>
                <a:schemeClr val="dk2"/>
              </a:buClr>
              <a:buSzPts val="1000"/>
              <a:buFont typeface="Inter"/>
              <a:buChar char="●"/>
              <a:defRPr sz="1000"/>
            </a:lvl4pPr>
            <a:lvl5pPr marL="2286000" lvl="4" indent="-292100">
              <a:spcBef>
                <a:spcPts val="0"/>
              </a:spcBef>
              <a:spcAft>
                <a:spcPts val="0"/>
              </a:spcAft>
              <a:buClr>
                <a:schemeClr val="dk2"/>
              </a:buClr>
              <a:buSzPts val="1000"/>
              <a:buFont typeface="Inter"/>
              <a:buChar char="○"/>
              <a:defRPr sz="1000"/>
            </a:lvl5pPr>
            <a:lvl6pPr marL="2743200" lvl="5" indent="-292100">
              <a:spcBef>
                <a:spcPts val="0"/>
              </a:spcBef>
              <a:spcAft>
                <a:spcPts val="0"/>
              </a:spcAft>
              <a:buClr>
                <a:schemeClr val="dk2"/>
              </a:buClr>
              <a:buSzPts val="1000"/>
              <a:buFont typeface="Inter"/>
              <a:buChar char="■"/>
              <a:defRPr sz="1000"/>
            </a:lvl6pPr>
            <a:lvl7pPr marL="3200400" lvl="6" indent="-292100">
              <a:spcBef>
                <a:spcPts val="0"/>
              </a:spcBef>
              <a:spcAft>
                <a:spcPts val="0"/>
              </a:spcAft>
              <a:buClr>
                <a:schemeClr val="dk2"/>
              </a:buClr>
              <a:buSzPts val="1000"/>
              <a:buFont typeface="Inter"/>
              <a:buChar char="●"/>
              <a:defRPr sz="1000"/>
            </a:lvl7pPr>
            <a:lvl8pPr marL="3657600" lvl="7" indent="-292100">
              <a:spcBef>
                <a:spcPts val="0"/>
              </a:spcBef>
              <a:spcAft>
                <a:spcPts val="0"/>
              </a:spcAft>
              <a:buClr>
                <a:schemeClr val="dk2"/>
              </a:buClr>
              <a:buSzPts val="1000"/>
              <a:buFont typeface="Inter"/>
              <a:buChar char="○"/>
              <a:defRPr sz="1000"/>
            </a:lvl8pPr>
            <a:lvl9pPr marL="4114800" lvl="8" indent="-292100">
              <a:spcBef>
                <a:spcPts val="0"/>
              </a:spcBef>
              <a:spcAft>
                <a:spcPts val="0"/>
              </a:spcAft>
              <a:buClr>
                <a:schemeClr val="dk2"/>
              </a:buClr>
              <a:buSzPts val="1000"/>
              <a:buFont typeface="Inter"/>
              <a:buChar char="■"/>
              <a:defRPr sz="1000"/>
            </a:lvl9pPr>
          </a:lstStyle>
          <a:p>
            <a:endParaRPr/>
          </a:p>
        </p:txBody>
      </p:sp>
      <p:sp>
        <p:nvSpPr>
          <p:cNvPr id="102" name="Google Shape;102;p19"/>
          <p:cNvSpPr txBox="1">
            <a:spLocks noGrp="1"/>
          </p:cNvSpPr>
          <p:nvPr>
            <p:ph type="body" idx="3"/>
          </p:nvPr>
        </p:nvSpPr>
        <p:spPr>
          <a:xfrm>
            <a:off x="4601450" y="2780825"/>
            <a:ext cx="1641300" cy="1719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Inter"/>
              <a:buChar char="●"/>
              <a:defRPr sz="1000"/>
            </a:lvl1pPr>
            <a:lvl2pPr marL="914400" lvl="1" indent="-292100">
              <a:spcBef>
                <a:spcPts val="0"/>
              </a:spcBef>
              <a:spcAft>
                <a:spcPts val="0"/>
              </a:spcAft>
              <a:buClr>
                <a:schemeClr val="dk2"/>
              </a:buClr>
              <a:buSzPts val="1000"/>
              <a:buFont typeface="Inter"/>
              <a:buChar char="○"/>
              <a:defRPr sz="1000"/>
            </a:lvl2pPr>
            <a:lvl3pPr marL="1371600" lvl="2" indent="-292100">
              <a:spcBef>
                <a:spcPts val="0"/>
              </a:spcBef>
              <a:spcAft>
                <a:spcPts val="0"/>
              </a:spcAft>
              <a:buClr>
                <a:schemeClr val="dk2"/>
              </a:buClr>
              <a:buSzPts val="1000"/>
              <a:buFont typeface="Inter"/>
              <a:buChar char="■"/>
              <a:defRPr sz="1000"/>
            </a:lvl3pPr>
            <a:lvl4pPr marL="1828800" lvl="3" indent="-292100">
              <a:spcBef>
                <a:spcPts val="0"/>
              </a:spcBef>
              <a:spcAft>
                <a:spcPts val="0"/>
              </a:spcAft>
              <a:buClr>
                <a:schemeClr val="dk2"/>
              </a:buClr>
              <a:buSzPts val="1000"/>
              <a:buFont typeface="Inter"/>
              <a:buChar char="●"/>
              <a:defRPr sz="1000"/>
            </a:lvl4pPr>
            <a:lvl5pPr marL="2286000" lvl="4" indent="-292100">
              <a:spcBef>
                <a:spcPts val="0"/>
              </a:spcBef>
              <a:spcAft>
                <a:spcPts val="0"/>
              </a:spcAft>
              <a:buClr>
                <a:schemeClr val="dk2"/>
              </a:buClr>
              <a:buSzPts val="1000"/>
              <a:buFont typeface="Inter"/>
              <a:buChar char="○"/>
              <a:defRPr sz="1000"/>
            </a:lvl5pPr>
            <a:lvl6pPr marL="2743200" lvl="5" indent="-292100">
              <a:spcBef>
                <a:spcPts val="0"/>
              </a:spcBef>
              <a:spcAft>
                <a:spcPts val="0"/>
              </a:spcAft>
              <a:buClr>
                <a:schemeClr val="dk2"/>
              </a:buClr>
              <a:buSzPts val="1000"/>
              <a:buFont typeface="Inter"/>
              <a:buChar char="■"/>
              <a:defRPr sz="1000"/>
            </a:lvl6pPr>
            <a:lvl7pPr marL="3200400" lvl="6" indent="-292100">
              <a:spcBef>
                <a:spcPts val="0"/>
              </a:spcBef>
              <a:spcAft>
                <a:spcPts val="0"/>
              </a:spcAft>
              <a:buClr>
                <a:schemeClr val="dk2"/>
              </a:buClr>
              <a:buSzPts val="1000"/>
              <a:buFont typeface="Inter"/>
              <a:buChar char="●"/>
              <a:defRPr sz="1000"/>
            </a:lvl7pPr>
            <a:lvl8pPr marL="3657600" lvl="7" indent="-292100">
              <a:spcBef>
                <a:spcPts val="0"/>
              </a:spcBef>
              <a:spcAft>
                <a:spcPts val="0"/>
              </a:spcAft>
              <a:buClr>
                <a:schemeClr val="dk2"/>
              </a:buClr>
              <a:buSzPts val="1000"/>
              <a:buFont typeface="Inter"/>
              <a:buChar char="○"/>
              <a:defRPr sz="1000"/>
            </a:lvl8pPr>
            <a:lvl9pPr marL="4114800" lvl="8" indent="-292100">
              <a:spcBef>
                <a:spcPts val="0"/>
              </a:spcBef>
              <a:spcAft>
                <a:spcPts val="0"/>
              </a:spcAft>
              <a:buClr>
                <a:schemeClr val="dk2"/>
              </a:buClr>
              <a:buSzPts val="1000"/>
              <a:buFont typeface="Inter"/>
              <a:buChar char="■"/>
              <a:defRPr sz="1000"/>
            </a:lvl9pPr>
          </a:lstStyle>
          <a:p>
            <a:endParaRPr/>
          </a:p>
        </p:txBody>
      </p:sp>
      <p:sp>
        <p:nvSpPr>
          <p:cNvPr id="103" name="Google Shape;103;p19"/>
          <p:cNvSpPr txBox="1">
            <a:spLocks noGrp="1"/>
          </p:cNvSpPr>
          <p:nvPr>
            <p:ph type="body" idx="4"/>
          </p:nvPr>
        </p:nvSpPr>
        <p:spPr>
          <a:xfrm>
            <a:off x="6602800" y="2780825"/>
            <a:ext cx="1641300" cy="17190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Inter"/>
              <a:buChar char="●"/>
              <a:defRPr sz="1000"/>
            </a:lvl1pPr>
            <a:lvl2pPr marL="914400" lvl="1" indent="-292100">
              <a:spcBef>
                <a:spcPts val="0"/>
              </a:spcBef>
              <a:spcAft>
                <a:spcPts val="0"/>
              </a:spcAft>
              <a:buClr>
                <a:schemeClr val="dk2"/>
              </a:buClr>
              <a:buSzPts val="1000"/>
              <a:buFont typeface="Inter"/>
              <a:buChar char="○"/>
              <a:defRPr sz="1000"/>
            </a:lvl2pPr>
            <a:lvl3pPr marL="1371600" lvl="2" indent="-292100">
              <a:spcBef>
                <a:spcPts val="0"/>
              </a:spcBef>
              <a:spcAft>
                <a:spcPts val="0"/>
              </a:spcAft>
              <a:buClr>
                <a:schemeClr val="dk2"/>
              </a:buClr>
              <a:buSzPts val="1000"/>
              <a:buFont typeface="Inter"/>
              <a:buChar char="■"/>
              <a:defRPr sz="1000"/>
            </a:lvl3pPr>
            <a:lvl4pPr marL="1828800" lvl="3" indent="-292100">
              <a:spcBef>
                <a:spcPts val="0"/>
              </a:spcBef>
              <a:spcAft>
                <a:spcPts val="0"/>
              </a:spcAft>
              <a:buClr>
                <a:schemeClr val="dk2"/>
              </a:buClr>
              <a:buSzPts val="1000"/>
              <a:buFont typeface="Inter"/>
              <a:buChar char="●"/>
              <a:defRPr sz="1000"/>
            </a:lvl4pPr>
            <a:lvl5pPr marL="2286000" lvl="4" indent="-292100">
              <a:spcBef>
                <a:spcPts val="0"/>
              </a:spcBef>
              <a:spcAft>
                <a:spcPts val="0"/>
              </a:spcAft>
              <a:buClr>
                <a:schemeClr val="dk2"/>
              </a:buClr>
              <a:buSzPts val="1000"/>
              <a:buFont typeface="Inter"/>
              <a:buChar char="○"/>
              <a:defRPr sz="1000"/>
            </a:lvl5pPr>
            <a:lvl6pPr marL="2743200" lvl="5" indent="-292100">
              <a:spcBef>
                <a:spcPts val="0"/>
              </a:spcBef>
              <a:spcAft>
                <a:spcPts val="0"/>
              </a:spcAft>
              <a:buClr>
                <a:schemeClr val="dk2"/>
              </a:buClr>
              <a:buSzPts val="1000"/>
              <a:buFont typeface="Inter"/>
              <a:buChar char="■"/>
              <a:defRPr sz="1000"/>
            </a:lvl6pPr>
            <a:lvl7pPr marL="3200400" lvl="6" indent="-292100">
              <a:spcBef>
                <a:spcPts val="0"/>
              </a:spcBef>
              <a:spcAft>
                <a:spcPts val="0"/>
              </a:spcAft>
              <a:buClr>
                <a:schemeClr val="dk2"/>
              </a:buClr>
              <a:buSzPts val="1000"/>
              <a:buFont typeface="Inter"/>
              <a:buChar char="●"/>
              <a:defRPr sz="1000"/>
            </a:lvl7pPr>
            <a:lvl8pPr marL="3657600" lvl="7" indent="-292100">
              <a:spcBef>
                <a:spcPts val="0"/>
              </a:spcBef>
              <a:spcAft>
                <a:spcPts val="0"/>
              </a:spcAft>
              <a:buClr>
                <a:schemeClr val="dk2"/>
              </a:buClr>
              <a:buSzPts val="1000"/>
              <a:buFont typeface="Inter"/>
              <a:buChar char="○"/>
              <a:defRPr sz="1000"/>
            </a:lvl8pPr>
            <a:lvl9pPr marL="4114800" lvl="8" indent="-292100">
              <a:spcBef>
                <a:spcPts val="0"/>
              </a:spcBef>
              <a:spcAft>
                <a:spcPts val="0"/>
              </a:spcAft>
              <a:buClr>
                <a:schemeClr val="dk2"/>
              </a:buClr>
              <a:buSzPts val="1000"/>
              <a:buFont typeface="Inter"/>
              <a:buChar char="■"/>
              <a:defRPr sz="1000"/>
            </a:lvl9pPr>
          </a:lstStyle>
          <a:p>
            <a:endParaRPr/>
          </a:p>
        </p:txBody>
      </p:sp>
      <p:sp>
        <p:nvSpPr>
          <p:cNvPr id="104" name="Google Shape;104;p19"/>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05" name="Google Shape;105;p19"/>
          <p:cNvSpPr txBox="1">
            <a:spLocks noGrp="1"/>
          </p:cNvSpPr>
          <p:nvPr>
            <p:ph type="sldNum" idx="5"/>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dk1"/>
                </a:solidFill>
                <a:latin typeface="Inter Light"/>
                <a:ea typeface="Inter Light"/>
                <a:cs typeface="Inter Light"/>
                <a:sym typeface="Inter Light"/>
              </a:defRPr>
            </a:lvl1pPr>
            <a:lvl2pPr lvl="1" algn="ctr" rtl="0">
              <a:buNone/>
              <a:defRPr sz="800">
                <a:solidFill>
                  <a:schemeClr val="dk1"/>
                </a:solidFill>
                <a:latin typeface="Inter Light"/>
                <a:ea typeface="Inter Light"/>
                <a:cs typeface="Inter Light"/>
                <a:sym typeface="Inter Light"/>
              </a:defRPr>
            </a:lvl2pPr>
            <a:lvl3pPr lvl="2" algn="ctr" rtl="0">
              <a:buNone/>
              <a:defRPr sz="800">
                <a:solidFill>
                  <a:schemeClr val="dk1"/>
                </a:solidFill>
                <a:latin typeface="Inter Light"/>
                <a:ea typeface="Inter Light"/>
                <a:cs typeface="Inter Light"/>
                <a:sym typeface="Inter Light"/>
              </a:defRPr>
            </a:lvl3pPr>
            <a:lvl4pPr lvl="3" algn="ctr" rtl="0">
              <a:buNone/>
              <a:defRPr sz="800">
                <a:solidFill>
                  <a:schemeClr val="dk1"/>
                </a:solidFill>
                <a:latin typeface="Inter Light"/>
                <a:ea typeface="Inter Light"/>
                <a:cs typeface="Inter Light"/>
                <a:sym typeface="Inter Light"/>
              </a:defRPr>
            </a:lvl4pPr>
            <a:lvl5pPr lvl="4" algn="ctr" rtl="0">
              <a:buNone/>
              <a:defRPr sz="800">
                <a:solidFill>
                  <a:schemeClr val="dk1"/>
                </a:solidFill>
                <a:latin typeface="Inter Light"/>
                <a:ea typeface="Inter Light"/>
                <a:cs typeface="Inter Light"/>
                <a:sym typeface="Inter Light"/>
              </a:defRPr>
            </a:lvl5pPr>
            <a:lvl6pPr lvl="5" algn="ctr" rtl="0">
              <a:buNone/>
              <a:defRPr sz="800">
                <a:solidFill>
                  <a:schemeClr val="dk1"/>
                </a:solidFill>
                <a:latin typeface="Inter Light"/>
                <a:ea typeface="Inter Light"/>
                <a:cs typeface="Inter Light"/>
                <a:sym typeface="Inter Light"/>
              </a:defRPr>
            </a:lvl6pPr>
            <a:lvl7pPr lvl="6" algn="ctr" rtl="0">
              <a:buNone/>
              <a:defRPr sz="800">
                <a:solidFill>
                  <a:schemeClr val="dk1"/>
                </a:solidFill>
                <a:latin typeface="Inter Light"/>
                <a:ea typeface="Inter Light"/>
                <a:cs typeface="Inter Light"/>
                <a:sym typeface="Inter Light"/>
              </a:defRPr>
            </a:lvl7pPr>
            <a:lvl8pPr lvl="7" algn="ctr" rtl="0">
              <a:buNone/>
              <a:defRPr sz="800">
                <a:solidFill>
                  <a:schemeClr val="dk1"/>
                </a:solidFill>
                <a:latin typeface="Inter Light"/>
                <a:ea typeface="Inter Light"/>
                <a:cs typeface="Inter Light"/>
                <a:sym typeface="Inter Light"/>
              </a:defRPr>
            </a:lvl8pPr>
            <a:lvl9pPr lvl="8" algn="ctr" rtl="0">
              <a:buNone/>
              <a:defRPr sz="800">
                <a:solidFill>
                  <a:schemeClr val="dk1"/>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106" name="Google Shape;106;p19"/>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etitive Advantage">
  <p:cSld name="ONE_COLUMN_TEXT">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109" name="Google Shape;109;p20"/>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110" name="Google Shape;110;p20"/>
          <p:cNvSpPr txBox="1">
            <a:spLocks noGrp="1"/>
          </p:cNvSpPr>
          <p:nvPr>
            <p:ph type="title"/>
          </p:nvPr>
        </p:nvSpPr>
        <p:spPr>
          <a:xfrm>
            <a:off x="452575" y="596800"/>
            <a:ext cx="4418100" cy="29655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sz="4800" b="1"/>
            </a:lvl2pPr>
            <a:lvl3pPr lvl="2">
              <a:lnSpc>
                <a:spcPct val="80000"/>
              </a:lnSpc>
              <a:spcBef>
                <a:spcPts val="0"/>
              </a:spcBef>
              <a:spcAft>
                <a:spcPts val="0"/>
              </a:spcAft>
              <a:buSzPts val="4800"/>
              <a:buFont typeface="Inter"/>
              <a:buNone/>
              <a:defRPr sz="4800" b="1"/>
            </a:lvl3pPr>
            <a:lvl4pPr lvl="3">
              <a:lnSpc>
                <a:spcPct val="80000"/>
              </a:lnSpc>
              <a:spcBef>
                <a:spcPts val="0"/>
              </a:spcBef>
              <a:spcAft>
                <a:spcPts val="0"/>
              </a:spcAft>
              <a:buSzPts val="4800"/>
              <a:buFont typeface="Inter"/>
              <a:buNone/>
              <a:defRPr sz="4800" b="1"/>
            </a:lvl4pPr>
            <a:lvl5pPr lvl="4">
              <a:lnSpc>
                <a:spcPct val="80000"/>
              </a:lnSpc>
              <a:spcBef>
                <a:spcPts val="0"/>
              </a:spcBef>
              <a:spcAft>
                <a:spcPts val="0"/>
              </a:spcAft>
              <a:buSzPts val="4800"/>
              <a:buFont typeface="Inter"/>
              <a:buNone/>
              <a:defRPr sz="4800" b="1"/>
            </a:lvl5pPr>
            <a:lvl6pPr lvl="5">
              <a:lnSpc>
                <a:spcPct val="80000"/>
              </a:lnSpc>
              <a:spcBef>
                <a:spcPts val="0"/>
              </a:spcBef>
              <a:spcAft>
                <a:spcPts val="0"/>
              </a:spcAft>
              <a:buSzPts val="4800"/>
              <a:buFont typeface="Inter"/>
              <a:buNone/>
              <a:defRPr sz="4800" b="1"/>
            </a:lvl6pPr>
            <a:lvl7pPr lvl="6">
              <a:lnSpc>
                <a:spcPct val="80000"/>
              </a:lnSpc>
              <a:spcBef>
                <a:spcPts val="0"/>
              </a:spcBef>
              <a:spcAft>
                <a:spcPts val="0"/>
              </a:spcAft>
              <a:buSzPts val="4800"/>
              <a:buFont typeface="Inter"/>
              <a:buNone/>
              <a:defRPr sz="4800" b="1"/>
            </a:lvl7pPr>
            <a:lvl8pPr lvl="7">
              <a:lnSpc>
                <a:spcPct val="80000"/>
              </a:lnSpc>
              <a:spcBef>
                <a:spcPts val="0"/>
              </a:spcBef>
              <a:spcAft>
                <a:spcPts val="0"/>
              </a:spcAft>
              <a:buSzPts val="4800"/>
              <a:buFont typeface="Inter"/>
              <a:buNone/>
              <a:defRPr sz="4800" b="1"/>
            </a:lvl8pPr>
            <a:lvl9pPr lvl="8">
              <a:lnSpc>
                <a:spcPct val="80000"/>
              </a:lnSpc>
              <a:spcBef>
                <a:spcPts val="0"/>
              </a:spcBef>
              <a:spcAft>
                <a:spcPts val="0"/>
              </a:spcAft>
              <a:buSzPts val="4800"/>
              <a:buFont typeface="Inter"/>
              <a:buNone/>
              <a:defRPr sz="4800" b="1"/>
            </a:lvl9pPr>
          </a:lstStyle>
          <a:p>
            <a:endParaRPr/>
          </a:p>
        </p:txBody>
      </p:sp>
      <p:sp>
        <p:nvSpPr>
          <p:cNvPr id="111" name="Google Shape;111;p20"/>
          <p:cNvSpPr>
            <a:spLocks noGrp="1"/>
          </p:cNvSpPr>
          <p:nvPr>
            <p:ph type="pic" idx="2"/>
          </p:nvPr>
        </p:nvSpPr>
        <p:spPr>
          <a:xfrm>
            <a:off x="5039775" y="196800"/>
            <a:ext cx="3905400" cy="4749900"/>
          </a:xfrm>
          <a:prstGeom prst="roundRect">
            <a:avLst>
              <a:gd name="adj" fmla="val 2053"/>
            </a:avLst>
          </a:prstGeom>
          <a:noFill/>
          <a:ln>
            <a:noFill/>
          </a:ln>
        </p:spPr>
      </p:sp>
      <p:sp>
        <p:nvSpPr>
          <p:cNvPr id="112" name="Google Shape;112;p20"/>
          <p:cNvSpPr txBox="1">
            <a:spLocks noGrp="1"/>
          </p:cNvSpPr>
          <p:nvPr>
            <p:ph type="body" idx="1"/>
          </p:nvPr>
        </p:nvSpPr>
        <p:spPr>
          <a:xfrm>
            <a:off x="452575" y="1966775"/>
            <a:ext cx="3212700" cy="2080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nter"/>
              <a:buChar char="●"/>
              <a:defRPr/>
            </a:lvl1pPr>
            <a:lvl2pPr marL="914400" lvl="1" indent="-304800">
              <a:spcBef>
                <a:spcPts val="0"/>
              </a:spcBef>
              <a:spcAft>
                <a:spcPts val="0"/>
              </a:spcAft>
              <a:buSzPts val="1200"/>
              <a:buFont typeface="Inter"/>
              <a:buChar char="○"/>
              <a:defRPr/>
            </a:lvl2pPr>
            <a:lvl3pPr marL="1371600" lvl="2" indent="-304800">
              <a:spcBef>
                <a:spcPts val="0"/>
              </a:spcBef>
              <a:spcAft>
                <a:spcPts val="0"/>
              </a:spcAft>
              <a:buSzPts val="1200"/>
              <a:buFont typeface="Inter"/>
              <a:buChar char="■"/>
              <a:defRPr/>
            </a:lvl3pPr>
            <a:lvl4pPr marL="1828800" lvl="3" indent="-304800">
              <a:spcBef>
                <a:spcPts val="0"/>
              </a:spcBef>
              <a:spcAft>
                <a:spcPts val="0"/>
              </a:spcAft>
              <a:buSzPts val="1200"/>
              <a:buFont typeface="Inter"/>
              <a:buChar char="●"/>
              <a:defRPr/>
            </a:lvl4pPr>
            <a:lvl5pPr marL="2286000" lvl="4" indent="-304800">
              <a:spcBef>
                <a:spcPts val="0"/>
              </a:spcBef>
              <a:spcAft>
                <a:spcPts val="0"/>
              </a:spcAft>
              <a:buSzPts val="1200"/>
              <a:buFont typeface="Inter"/>
              <a:buChar char="○"/>
              <a:defRPr/>
            </a:lvl5pPr>
            <a:lvl6pPr marL="2743200" lvl="5" indent="-304800">
              <a:spcBef>
                <a:spcPts val="0"/>
              </a:spcBef>
              <a:spcAft>
                <a:spcPts val="0"/>
              </a:spcAft>
              <a:buSzPts val="1200"/>
              <a:buFont typeface="Inter"/>
              <a:buChar char="■"/>
              <a:defRPr/>
            </a:lvl6pPr>
            <a:lvl7pPr marL="3200400" lvl="6" indent="-304800">
              <a:spcBef>
                <a:spcPts val="0"/>
              </a:spcBef>
              <a:spcAft>
                <a:spcPts val="0"/>
              </a:spcAft>
              <a:buSzPts val="1200"/>
              <a:buFont typeface="Inter"/>
              <a:buChar char="●"/>
              <a:defRPr/>
            </a:lvl7pPr>
            <a:lvl8pPr marL="3657600" lvl="7" indent="-304800">
              <a:spcBef>
                <a:spcPts val="0"/>
              </a:spcBef>
              <a:spcAft>
                <a:spcPts val="0"/>
              </a:spcAft>
              <a:buSzPts val="1200"/>
              <a:buFont typeface="Inter"/>
              <a:buChar char="○"/>
              <a:defRPr/>
            </a:lvl8pPr>
            <a:lvl9pPr marL="4114800" lvl="8" indent="-304800">
              <a:spcBef>
                <a:spcPts val="0"/>
              </a:spcBef>
              <a:spcAft>
                <a:spcPts val="0"/>
              </a:spcAft>
              <a:buSzPts val="1200"/>
              <a:buFont typeface="Inter"/>
              <a:buChar char="■"/>
              <a:defRPr/>
            </a:lvl9pPr>
          </a:lstStyle>
          <a:p>
            <a:endParaRPr/>
          </a:p>
        </p:txBody>
      </p:sp>
      <p:sp>
        <p:nvSpPr>
          <p:cNvPr id="113" name="Google Shape;113;p20"/>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14" name="Google Shape;114;p20"/>
          <p:cNvSpPr txBox="1">
            <a:spLocks noGrp="1"/>
          </p:cNvSpPr>
          <p:nvPr>
            <p:ph type="sldNum" idx="3"/>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dk1"/>
                </a:solidFill>
                <a:latin typeface="Inter Light"/>
                <a:ea typeface="Inter Light"/>
                <a:cs typeface="Inter Light"/>
                <a:sym typeface="Inter Light"/>
              </a:defRPr>
            </a:lvl1pPr>
            <a:lvl2pPr lvl="1" algn="ctr" rtl="0">
              <a:buNone/>
              <a:defRPr sz="800">
                <a:solidFill>
                  <a:schemeClr val="dk1"/>
                </a:solidFill>
                <a:latin typeface="Inter Light"/>
                <a:ea typeface="Inter Light"/>
                <a:cs typeface="Inter Light"/>
                <a:sym typeface="Inter Light"/>
              </a:defRPr>
            </a:lvl2pPr>
            <a:lvl3pPr lvl="2" algn="ctr" rtl="0">
              <a:buNone/>
              <a:defRPr sz="800">
                <a:solidFill>
                  <a:schemeClr val="dk1"/>
                </a:solidFill>
                <a:latin typeface="Inter Light"/>
                <a:ea typeface="Inter Light"/>
                <a:cs typeface="Inter Light"/>
                <a:sym typeface="Inter Light"/>
              </a:defRPr>
            </a:lvl3pPr>
            <a:lvl4pPr lvl="3" algn="ctr" rtl="0">
              <a:buNone/>
              <a:defRPr sz="800">
                <a:solidFill>
                  <a:schemeClr val="dk1"/>
                </a:solidFill>
                <a:latin typeface="Inter Light"/>
                <a:ea typeface="Inter Light"/>
                <a:cs typeface="Inter Light"/>
                <a:sym typeface="Inter Light"/>
              </a:defRPr>
            </a:lvl4pPr>
            <a:lvl5pPr lvl="4" algn="ctr" rtl="0">
              <a:buNone/>
              <a:defRPr sz="800">
                <a:solidFill>
                  <a:schemeClr val="dk1"/>
                </a:solidFill>
                <a:latin typeface="Inter Light"/>
                <a:ea typeface="Inter Light"/>
                <a:cs typeface="Inter Light"/>
                <a:sym typeface="Inter Light"/>
              </a:defRPr>
            </a:lvl5pPr>
            <a:lvl6pPr lvl="5" algn="ctr" rtl="0">
              <a:buNone/>
              <a:defRPr sz="800">
                <a:solidFill>
                  <a:schemeClr val="dk1"/>
                </a:solidFill>
                <a:latin typeface="Inter Light"/>
                <a:ea typeface="Inter Light"/>
                <a:cs typeface="Inter Light"/>
                <a:sym typeface="Inter Light"/>
              </a:defRPr>
            </a:lvl6pPr>
            <a:lvl7pPr lvl="6" algn="ctr" rtl="0">
              <a:buNone/>
              <a:defRPr sz="800">
                <a:solidFill>
                  <a:schemeClr val="dk1"/>
                </a:solidFill>
                <a:latin typeface="Inter Light"/>
                <a:ea typeface="Inter Light"/>
                <a:cs typeface="Inter Light"/>
                <a:sym typeface="Inter Light"/>
              </a:defRPr>
            </a:lvl7pPr>
            <a:lvl8pPr lvl="7" algn="ctr" rtl="0">
              <a:buNone/>
              <a:defRPr sz="800">
                <a:solidFill>
                  <a:schemeClr val="dk1"/>
                </a:solidFill>
                <a:latin typeface="Inter Light"/>
                <a:ea typeface="Inter Light"/>
                <a:cs typeface="Inter Light"/>
                <a:sym typeface="Inter Light"/>
              </a:defRPr>
            </a:lvl8pPr>
            <a:lvl9pPr lvl="8" algn="ctr" rtl="0">
              <a:buNone/>
              <a:defRPr sz="800">
                <a:solidFill>
                  <a:schemeClr val="dk1"/>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115" name="Google Shape;115;p20"/>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eet the Team">
  <p:cSld name="MAIN_POINT">
    <p:bg>
      <p:bgPr>
        <a:solidFill>
          <a:schemeClr val="dk1"/>
        </a:solidFill>
        <a:effectLst/>
      </p:bgPr>
    </p:bg>
    <p:spTree>
      <p:nvGrpSpPr>
        <p:cNvPr id="1" name="Shape 116"/>
        <p:cNvGrpSpPr/>
        <p:nvPr/>
      </p:nvGrpSpPr>
      <p:grpSpPr>
        <a:xfrm>
          <a:off x="0" y="0"/>
          <a:ext cx="0" cy="0"/>
          <a:chOff x="0" y="0"/>
          <a:chExt cx="0" cy="0"/>
        </a:xfrm>
      </p:grpSpPr>
      <p:sp>
        <p:nvSpPr>
          <p:cNvPr id="117" name="Google Shape;117;p21"/>
          <p:cNvSpPr>
            <a:spLocks noGrp="1"/>
          </p:cNvSpPr>
          <p:nvPr>
            <p:ph type="pic" idx="2"/>
          </p:nvPr>
        </p:nvSpPr>
        <p:spPr>
          <a:xfrm>
            <a:off x="566350" y="1569300"/>
            <a:ext cx="1466400" cy="1570200"/>
          </a:xfrm>
          <a:prstGeom prst="roundRect">
            <a:avLst>
              <a:gd name="adj" fmla="val 6320"/>
            </a:avLst>
          </a:prstGeom>
          <a:noFill/>
          <a:ln>
            <a:noFill/>
          </a:ln>
        </p:spPr>
      </p:sp>
      <p:sp>
        <p:nvSpPr>
          <p:cNvPr id="118" name="Google Shape;118;p21"/>
          <p:cNvSpPr>
            <a:spLocks noGrp="1"/>
          </p:cNvSpPr>
          <p:nvPr>
            <p:ph type="pic" idx="3"/>
          </p:nvPr>
        </p:nvSpPr>
        <p:spPr>
          <a:xfrm>
            <a:off x="2588275" y="1569300"/>
            <a:ext cx="1466400" cy="1570200"/>
          </a:xfrm>
          <a:prstGeom prst="roundRect">
            <a:avLst>
              <a:gd name="adj" fmla="val 6320"/>
            </a:avLst>
          </a:prstGeom>
          <a:noFill/>
          <a:ln>
            <a:noFill/>
          </a:ln>
        </p:spPr>
      </p:sp>
      <p:sp>
        <p:nvSpPr>
          <p:cNvPr id="119" name="Google Shape;119;p21"/>
          <p:cNvSpPr>
            <a:spLocks noGrp="1"/>
          </p:cNvSpPr>
          <p:nvPr>
            <p:ph type="pic" idx="4"/>
          </p:nvPr>
        </p:nvSpPr>
        <p:spPr>
          <a:xfrm>
            <a:off x="4613113" y="1569300"/>
            <a:ext cx="1466400" cy="1570200"/>
          </a:xfrm>
          <a:prstGeom prst="roundRect">
            <a:avLst>
              <a:gd name="adj" fmla="val 6320"/>
            </a:avLst>
          </a:prstGeom>
          <a:noFill/>
          <a:ln>
            <a:noFill/>
          </a:ln>
        </p:spPr>
      </p:sp>
      <p:sp>
        <p:nvSpPr>
          <p:cNvPr id="120" name="Google Shape;120;p21"/>
          <p:cNvSpPr>
            <a:spLocks noGrp="1"/>
          </p:cNvSpPr>
          <p:nvPr>
            <p:ph type="pic" idx="5"/>
          </p:nvPr>
        </p:nvSpPr>
        <p:spPr>
          <a:xfrm>
            <a:off x="6637950" y="1569300"/>
            <a:ext cx="1466400" cy="1570200"/>
          </a:xfrm>
          <a:prstGeom prst="roundRect">
            <a:avLst>
              <a:gd name="adj" fmla="val 6320"/>
            </a:avLst>
          </a:prstGeom>
          <a:noFill/>
          <a:ln>
            <a:noFill/>
          </a:ln>
        </p:spPr>
      </p:sp>
      <p:cxnSp>
        <p:nvCxnSpPr>
          <p:cNvPr id="121" name="Google Shape;121;p21"/>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122" name="Google Shape;122;p21"/>
          <p:cNvSpPr txBox="1">
            <a:spLocks noGrp="1"/>
          </p:cNvSpPr>
          <p:nvPr>
            <p:ph type="title"/>
          </p:nvPr>
        </p:nvSpPr>
        <p:spPr>
          <a:xfrm>
            <a:off x="450850" y="596800"/>
            <a:ext cx="6767700" cy="1828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a:endParaRPr/>
          </a:p>
        </p:txBody>
      </p:sp>
      <p:sp>
        <p:nvSpPr>
          <p:cNvPr id="123" name="Google Shape;123;p21"/>
          <p:cNvSpPr txBox="1">
            <a:spLocks noGrp="1"/>
          </p:cNvSpPr>
          <p:nvPr>
            <p:ph type="subTitle" idx="1"/>
          </p:nvPr>
        </p:nvSpPr>
        <p:spPr>
          <a:xfrm>
            <a:off x="566350" y="3190975"/>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24" name="Google Shape;124;p21"/>
          <p:cNvSpPr txBox="1">
            <a:spLocks noGrp="1"/>
          </p:cNvSpPr>
          <p:nvPr>
            <p:ph type="subTitle" idx="6"/>
          </p:nvPr>
        </p:nvSpPr>
        <p:spPr>
          <a:xfrm>
            <a:off x="2588275" y="3190975"/>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25" name="Google Shape;125;p21"/>
          <p:cNvSpPr txBox="1">
            <a:spLocks noGrp="1"/>
          </p:cNvSpPr>
          <p:nvPr>
            <p:ph type="subTitle" idx="7"/>
          </p:nvPr>
        </p:nvSpPr>
        <p:spPr>
          <a:xfrm>
            <a:off x="4613113" y="3190975"/>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26" name="Google Shape;126;p21"/>
          <p:cNvSpPr txBox="1">
            <a:spLocks noGrp="1"/>
          </p:cNvSpPr>
          <p:nvPr>
            <p:ph type="subTitle" idx="8"/>
          </p:nvPr>
        </p:nvSpPr>
        <p:spPr>
          <a:xfrm>
            <a:off x="6637950" y="3190975"/>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27" name="Google Shape;127;p21"/>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28" name="Google Shape;128;p21"/>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lt2"/>
                </a:solidFill>
                <a:latin typeface="Inter Light"/>
                <a:ea typeface="Inter Light"/>
                <a:cs typeface="Inter Light"/>
                <a:sym typeface="Inter Light"/>
              </a:defRPr>
            </a:lvl1pPr>
            <a:lvl2pPr lvl="1" algn="ctr" rtl="0">
              <a:buNone/>
              <a:defRPr sz="800">
                <a:solidFill>
                  <a:schemeClr val="lt2"/>
                </a:solidFill>
                <a:latin typeface="Inter Light"/>
                <a:ea typeface="Inter Light"/>
                <a:cs typeface="Inter Light"/>
                <a:sym typeface="Inter Light"/>
              </a:defRPr>
            </a:lvl2pPr>
            <a:lvl3pPr lvl="2" algn="ctr" rtl="0">
              <a:buNone/>
              <a:defRPr sz="800">
                <a:solidFill>
                  <a:schemeClr val="lt2"/>
                </a:solidFill>
                <a:latin typeface="Inter Light"/>
                <a:ea typeface="Inter Light"/>
                <a:cs typeface="Inter Light"/>
                <a:sym typeface="Inter Light"/>
              </a:defRPr>
            </a:lvl3pPr>
            <a:lvl4pPr lvl="3" algn="ctr" rtl="0">
              <a:buNone/>
              <a:defRPr sz="800">
                <a:solidFill>
                  <a:schemeClr val="lt2"/>
                </a:solidFill>
                <a:latin typeface="Inter Light"/>
                <a:ea typeface="Inter Light"/>
                <a:cs typeface="Inter Light"/>
                <a:sym typeface="Inter Light"/>
              </a:defRPr>
            </a:lvl4pPr>
            <a:lvl5pPr lvl="4" algn="ctr" rtl="0">
              <a:buNone/>
              <a:defRPr sz="800">
                <a:solidFill>
                  <a:schemeClr val="lt2"/>
                </a:solidFill>
                <a:latin typeface="Inter Light"/>
                <a:ea typeface="Inter Light"/>
                <a:cs typeface="Inter Light"/>
                <a:sym typeface="Inter Light"/>
              </a:defRPr>
            </a:lvl5pPr>
            <a:lvl6pPr lvl="5" algn="ctr" rtl="0">
              <a:buNone/>
              <a:defRPr sz="800">
                <a:solidFill>
                  <a:schemeClr val="lt2"/>
                </a:solidFill>
                <a:latin typeface="Inter Light"/>
                <a:ea typeface="Inter Light"/>
                <a:cs typeface="Inter Light"/>
                <a:sym typeface="Inter Light"/>
              </a:defRPr>
            </a:lvl6pPr>
            <a:lvl7pPr lvl="6" algn="ctr" rtl="0">
              <a:buNone/>
              <a:defRPr sz="800">
                <a:solidFill>
                  <a:schemeClr val="lt2"/>
                </a:solidFill>
                <a:latin typeface="Inter Light"/>
                <a:ea typeface="Inter Light"/>
                <a:cs typeface="Inter Light"/>
                <a:sym typeface="Inter Light"/>
              </a:defRPr>
            </a:lvl7pPr>
            <a:lvl8pPr lvl="7" algn="ctr" rtl="0">
              <a:buNone/>
              <a:defRPr sz="800">
                <a:solidFill>
                  <a:schemeClr val="lt2"/>
                </a:solidFill>
                <a:latin typeface="Inter Light"/>
                <a:ea typeface="Inter Light"/>
                <a:cs typeface="Inter Light"/>
                <a:sym typeface="Inter Light"/>
              </a:defRPr>
            </a:lvl8pPr>
            <a:lvl9pPr lvl="8" algn="ctr" rtl="0">
              <a:buNone/>
              <a:defRPr sz="800">
                <a:solidFill>
                  <a:schemeClr val="l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129" name="Google Shape;129;p21"/>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rrent Market / Market Size">
  <p:cSld name="SECTION_TITLE_AND_DESCRIPTION">
    <p:bg>
      <p:bgPr>
        <a:solidFill>
          <a:schemeClr val="dk2"/>
        </a:solidFill>
        <a:effectLst/>
      </p:bgPr>
    </p:bg>
    <p:spTree>
      <p:nvGrpSpPr>
        <p:cNvPr id="1" name="Shape 130"/>
        <p:cNvGrpSpPr/>
        <p:nvPr/>
      </p:nvGrpSpPr>
      <p:grpSpPr>
        <a:xfrm>
          <a:off x="0" y="0"/>
          <a:ext cx="0" cy="0"/>
          <a:chOff x="0" y="0"/>
          <a:chExt cx="0" cy="0"/>
        </a:xfrm>
      </p:grpSpPr>
      <p:sp>
        <p:nvSpPr>
          <p:cNvPr id="131" name="Google Shape;131;p22"/>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32" name="Google Shape;132;p22"/>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133" name="Google Shape;133;p22"/>
          <p:cNvSpPr txBox="1">
            <a:spLocks noGrp="1"/>
          </p:cNvSpPr>
          <p:nvPr>
            <p:ph type="subTitle" idx="1"/>
          </p:nvPr>
        </p:nvSpPr>
        <p:spPr>
          <a:xfrm>
            <a:off x="675475" y="305590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a:endParaRPr/>
          </a:p>
        </p:txBody>
      </p:sp>
      <p:sp>
        <p:nvSpPr>
          <p:cNvPr id="134" name="Google Shape;134;p22"/>
          <p:cNvSpPr txBox="1">
            <a:spLocks noGrp="1"/>
          </p:cNvSpPr>
          <p:nvPr>
            <p:ph type="body" idx="2"/>
          </p:nvPr>
        </p:nvSpPr>
        <p:spPr>
          <a:xfrm>
            <a:off x="604925" y="36681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35" name="Google Shape;135;p22"/>
          <p:cNvSpPr txBox="1">
            <a:spLocks noGrp="1"/>
          </p:cNvSpPr>
          <p:nvPr>
            <p:ph type="subTitle" idx="3"/>
          </p:nvPr>
        </p:nvSpPr>
        <p:spPr>
          <a:xfrm>
            <a:off x="3885400" y="305590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a:endParaRPr/>
          </a:p>
        </p:txBody>
      </p:sp>
      <p:sp>
        <p:nvSpPr>
          <p:cNvPr id="136" name="Google Shape;136;p22"/>
          <p:cNvSpPr txBox="1">
            <a:spLocks noGrp="1"/>
          </p:cNvSpPr>
          <p:nvPr>
            <p:ph type="body" idx="4"/>
          </p:nvPr>
        </p:nvSpPr>
        <p:spPr>
          <a:xfrm>
            <a:off x="3814850" y="36681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37" name="Google Shape;137;p22"/>
          <p:cNvSpPr txBox="1">
            <a:spLocks noGrp="1"/>
          </p:cNvSpPr>
          <p:nvPr>
            <p:ph type="subTitle" idx="5"/>
          </p:nvPr>
        </p:nvSpPr>
        <p:spPr>
          <a:xfrm>
            <a:off x="7024719" y="305590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a:endParaRPr/>
          </a:p>
        </p:txBody>
      </p:sp>
      <p:sp>
        <p:nvSpPr>
          <p:cNvPr id="138" name="Google Shape;138;p22"/>
          <p:cNvSpPr txBox="1">
            <a:spLocks noGrp="1"/>
          </p:cNvSpPr>
          <p:nvPr>
            <p:ph type="body" idx="6"/>
          </p:nvPr>
        </p:nvSpPr>
        <p:spPr>
          <a:xfrm>
            <a:off x="6954219" y="36681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39" name="Google Shape;139;p22"/>
          <p:cNvSpPr txBox="1">
            <a:spLocks noGrp="1"/>
          </p:cNvSpPr>
          <p:nvPr>
            <p:ph type="title"/>
          </p:nvPr>
        </p:nvSpPr>
        <p:spPr>
          <a:xfrm>
            <a:off x="450850" y="596800"/>
            <a:ext cx="6767700" cy="1287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a:endParaRPr/>
          </a:p>
        </p:txBody>
      </p:sp>
      <p:sp>
        <p:nvSpPr>
          <p:cNvPr id="140" name="Google Shape;140;p22"/>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41" name="Google Shape;141;p22"/>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inancial Breakdown">
  <p:cSld name="SECTION_TITLE_AND_DESCRIPTION_1">
    <p:bg>
      <p:bgPr>
        <a:solidFill>
          <a:schemeClr val="dk2"/>
        </a:solidFill>
        <a:effectLst/>
      </p:bgPr>
    </p:bg>
    <p:spTree>
      <p:nvGrpSpPr>
        <p:cNvPr id="1" name="Shape 142"/>
        <p:cNvGrpSpPr/>
        <p:nvPr/>
      </p:nvGrpSpPr>
      <p:grpSpPr>
        <a:xfrm>
          <a:off x="0" y="0"/>
          <a:ext cx="0" cy="0"/>
          <a:chOff x="0" y="0"/>
          <a:chExt cx="0" cy="0"/>
        </a:xfrm>
      </p:grpSpPr>
      <p:sp>
        <p:nvSpPr>
          <p:cNvPr id="143" name="Google Shape;143;p23"/>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44" name="Google Shape;144;p23"/>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145" name="Google Shape;145;p23"/>
          <p:cNvSpPr txBox="1">
            <a:spLocks noGrp="1"/>
          </p:cNvSpPr>
          <p:nvPr>
            <p:ph type="subTitle" idx="1"/>
          </p:nvPr>
        </p:nvSpPr>
        <p:spPr>
          <a:xfrm>
            <a:off x="3486575" y="270695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a:endParaRPr/>
          </a:p>
        </p:txBody>
      </p:sp>
      <p:sp>
        <p:nvSpPr>
          <p:cNvPr id="146" name="Google Shape;146;p23"/>
          <p:cNvSpPr txBox="1">
            <a:spLocks noGrp="1"/>
          </p:cNvSpPr>
          <p:nvPr>
            <p:ph type="body" idx="2"/>
          </p:nvPr>
        </p:nvSpPr>
        <p:spPr>
          <a:xfrm>
            <a:off x="3416075" y="29823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cxnSp>
        <p:nvCxnSpPr>
          <p:cNvPr id="147" name="Google Shape;147;p23"/>
          <p:cNvCxnSpPr>
            <a:endCxn id="148" idx="2"/>
          </p:cNvCxnSpPr>
          <p:nvPr/>
        </p:nvCxnSpPr>
        <p:spPr>
          <a:xfrm>
            <a:off x="2904275" y="2048466"/>
            <a:ext cx="771900" cy="0"/>
          </a:xfrm>
          <a:prstGeom prst="straightConnector1">
            <a:avLst/>
          </a:prstGeom>
          <a:noFill/>
          <a:ln w="19050" cap="flat" cmpd="sng">
            <a:solidFill>
              <a:schemeClr val="lt1"/>
            </a:solidFill>
            <a:prstDash val="solid"/>
            <a:round/>
            <a:headEnd type="none" w="med" len="med"/>
            <a:tailEnd type="none" w="med" len="med"/>
          </a:ln>
        </p:spPr>
      </p:cxnSp>
      <p:cxnSp>
        <p:nvCxnSpPr>
          <p:cNvPr id="149" name="Google Shape;149;p23"/>
          <p:cNvCxnSpPr/>
          <p:nvPr/>
        </p:nvCxnSpPr>
        <p:spPr>
          <a:xfrm>
            <a:off x="4765924" y="2048466"/>
            <a:ext cx="771900" cy="0"/>
          </a:xfrm>
          <a:prstGeom prst="straightConnector1">
            <a:avLst/>
          </a:prstGeom>
          <a:noFill/>
          <a:ln w="19050" cap="flat" cmpd="sng">
            <a:solidFill>
              <a:schemeClr val="lt1"/>
            </a:solidFill>
            <a:prstDash val="solid"/>
            <a:round/>
            <a:headEnd type="none" w="med" len="med"/>
            <a:tailEnd type="none" w="med" len="med"/>
          </a:ln>
        </p:spPr>
      </p:cxnSp>
      <p:cxnSp>
        <p:nvCxnSpPr>
          <p:cNvPr id="150" name="Google Shape;150;p23"/>
          <p:cNvCxnSpPr/>
          <p:nvPr/>
        </p:nvCxnSpPr>
        <p:spPr>
          <a:xfrm>
            <a:off x="6635736" y="2048466"/>
            <a:ext cx="771900" cy="0"/>
          </a:xfrm>
          <a:prstGeom prst="straightConnector1">
            <a:avLst/>
          </a:prstGeom>
          <a:noFill/>
          <a:ln w="19050" cap="flat" cmpd="sng">
            <a:solidFill>
              <a:schemeClr val="lt1"/>
            </a:solidFill>
            <a:prstDash val="solid"/>
            <a:round/>
            <a:headEnd type="none" w="med" len="med"/>
            <a:tailEnd type="none" w="med" len="med"/>
          </a:ln>
        </p:spPr>
      </p:cxnSp>
      <p:sp>
        <p:nvSpPr>
          <p:cNvPr id="148" name="Google Shape;148;p23"/>
          <p:cNvSpPr/>
          <p:nvPr/>
        </p:nvSpPr>
        <p:spPr>
          <a:xfrm>
            <a:off x="3676175" y="1504866"/>
            <a:ext cx="1087200" cy="1087200"/>
          </a:xfrm>
          <a:prstGeom prst="flowChartConnector">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900">
              <a:latin typeface="Inter"/>
              <a:ea typeface="Inter"/>
              <a:cs typeface="Inter"/>
              <a:sym typeface="Inter"/>
            </a:endParaRPr>
          </a:p>
        </p:txBody>
      </p:sp>
      <p:sp>
        <p:nvSpPr>
          <p:cNvPr id="151" name="Google Shape;151;p23"/>
          <p:cNvSpPr/>
          <p:nvPr/>
        </p:nvSpPr>
        <p:spPr>
          <a:xfrm>
            <a:off x="5548513" y="1504866"/>
            <a:ext cx="1087200" cy="1087200"/>
          </a:xfrm>
          <a:prstGeom prst="flowChartConnector">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900">
              <a:latin typeface="Inter"/>
              <a:ea typeface="Inter"/>
              <a:cs typeface="Inter"/>
              <a:sym typeface="Inter"/>
            </a:endParaRPr>
          </a:p>
        </p:txBody>
      </p:sp>
      <p:sp>
        <p:nvSpPr>
          <p:cNvPr id="152" name="Google Shape;152;p23"/>
          <p:cNvSpPr/>
          <p:nvPr/>
        </p:nvSpPr>
        <p:spPr>
          <a:xfrm>
            <a:off x="7417725" y="1504866"/>
            <a:ext cx="1087200" cy="1087200"/>
          </a:xfrm>
          <a:prstGeom prst="flowChartConnector">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900">
              <a:latin typeface="Inter"/>
              <a:ea typeface="Inter"/>
              <a:cs typeface="Inter"/>
              <a:sym typeface="Inter"/>
            </a:endParaRPr>
          </a:p>
        </p:txBody>
      </p:sp>
      <p:sp>
        <p:nvSpPr>
          <p:cNvPr id="153" name="Google Shape;153;p23"/>
          <p:cNvSpPr txBox="1">
            <a:spLocks noGrp="1"/>
          </p:cNvSpPr>
          <p:nvPr>
            <p:ph type="subTitle" idx="3"/>
          </p:nvPr>
        </p:nvSpPr>
        <p:spPr>
          <a:xfrm>
            <a:off x="5358925" y="270695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a:endParaRPr/>
          </a:p>
        </p:txBody>
      </p:sp>
      <p:sp>
        <p:nvSpPr>
          <p:cNvPr id="154" name="Google Shape;154;p23"/>
          <p:cNvSpPr txBox="1">
            <a:spLocks noGrp="1"/>
          </p:cNvSpPr>
          <p:nvPr>
            <p:ph type="body" idx="4"/>
          </p:nvPr>
        </p:nvSpPr>
        <p:spPr>
          <a:xfrm>
            <a:off x="5288425" y="29823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55" name="Google Shape;155;p23"/>
          <p:cNvSpPr txBox="1">
            <a:spLocks noGrp="1"/>
          </p:cNvSpPr>
          <p:nvPr>
            <p:ph type="subTitle" idx="5"/>
          </p:nvPr>
        </p:nvSpPr>
        <p:spPr>
          <a:xfrm>
            <a:off x="7231275" y="2706950"/>
            <a:ext cx="1466400" cy="772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a:endParaRPr/>
          </a:p>
        </p:txBody>
      </p:sp>
      <p:sp>
        <p:nvSpPr>
          <p:cNvPr id="156" name="Google Shape;156;p23"/>
          <p:cNvSpPr txBox="1">
            <a:spLocks noGrp="1"/>
          </p:cNvSpPr>
          <p:nvPr>
            <p:ph type="body" idx="6"/>
          </p:nvPr>
        </p:nvSpPr>
        <p:spPr>
          <a:xfrm>
            <a:off x="7160775" y="2982325"/>
            <a:ext cx="1607400" cy="873600"/>
          </a:xfrm>
          <a:prstGeom prst="rect">
            <a:avLst/>
          </a:prstGeom>
        </p:spPr>
        <p:txBody>
          <a:bodyPr spcFirstLastPara="1" wrap="square" lIns="91425" tIns="91425" rIns="91425" bIns="91425" anchor="t" anchorCtr="0">
            <a:noAutofit/>
          </a:bodyPr>
          <a:lstStyle>
            <a:lvl1pPr marL="457200" lvl="0" indent="-304800" algn="ctr">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gn="ctr">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gn="ctr">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gn="ctr">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gn="ctr">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gn="ctr">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gn="ctr">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gn="ctr">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gn="ctr">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57" name="Google Shape;157;p23"/>
          <p:cNvSpPr/>
          <p:nvPr/>
        </p:nvSpPr>
        <p:spPr>
          <a:xfrm>
            <a:off x="603475" y="2706950"/>
            <a:ext cx="2313300" cy="1413600"/>
          </a:xfrm>
          <a:prstGeom prst="roundRect">
            <a:avLst>
              <a:gd name="adj" fmla="val 741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None/>
            </a:pPr>
            <a:endParaRPr>
              <a:solidFill>
                <a:srgbClr val="F6F5EC"/>
              </a:solidFill>
            </a:endParaRPr>
          </a:p>
        </p:txBody>
      </p:sp>
      <p:sp>
        <p:nvSpPr>
          <p:cNvPr id="158" name="Google Shape;158;p23"/>
          <p:cNvSpPr txBox="1">
            <a:spLocks noGrp="1"/>
          </p:cNvSpPr>
          <p:nvPr>
            <p:ph type="title"/>
          </p:nvPr>
        </p:nvSpPr>
        <p:spPr>
          <a:xfrm>
            <a:off x="450850" y="596800"/>
            <a:ext cx="6767700" cy="14319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a:endParaRPr/>
          </a:p>
        </p:txBody>
      </p:sp>
      <p:sp>
        <p:nvSpPr>
          <p:cNvPr id="159" name="Google Shape;159;p23"/>
          <p:cNvSpPr txBox="1">
            <a:spLocks noGrp="1"/>
          </p:cNvSpPr>
          <p:nvPr>
            <p:ph type="body" idx="7"/>
          </p:nvPr>
        </p:nvSpPr>
        <p:spPr>
          <a:xfrm>
            <a:off x="603475" y="2758400"/>
            <a:ext cx="2313300" cy="13107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Clr>
                <a:schemeClr val="lt1"/>
              </a:buClr>
              <a:buSzPts val="1200"/>
              <a:buFont typeface="Inter"/>
              <a:buChar char="●"/>
              <a:defRPr>
                <a:solidFill>
                  <a:schemeClr val="lt1"/>
                </a:solidFill>
              </a:defRPr>
            </a:lvl1pPr>
            <a:lvl2pPr marL="914400" lvl="1" indent="-304800" algn="ctr">
              <a:spcBef>
                <a:spcPts val="0"/>
              </a:spcBef>
              <a:spcAft>
                <a:spcPts val="0"/>
              </a:spcAft>
              <a:buClr>
                <a:schemeClr val="lt1"/>
              </a:buClr>
              <a:buSzPts val="1200"/>
              <a:buFont typeface="Inter"/>
              <a:buChar char="○"/>
              <a:defRPr>
                <a:solidFill>
                  <a:schemeClr val="lt1"/>
                </a:solidFill>
              </a:defRPr>
            </a:lvl2pPr>
            <a:lvl3pPr marL="1371600" lvl="2" indent="-304800" algn="ctr">
              <a:spcBef>
                <a:spcPts val="0"/>
              </a:spcBef>
              <a:spcAft>
                <a:spcPts val="0"/>
              </a:spcAft>
              <a:buClr>
                <a:schemeClr val="lt1"/>
              </a:buClr>
              <a:buSzPts val="1200"/>
              <a:buFont typeface="Inter"/>
              <a:buChar char="■"/>
              <a:defRPr>
                <a:solidFill>
                  <a:schemeClr val="lt1"/>
                </a:solidFill>
              </a:defRPr>
            </a:lvl3pPr>
            <a:lvl4pPr marL="1828800" lvl="3" indent="-304800" algn="ctr">
              <a:spcBef>
                <a:spcPts val="0"/>
              </a:spcBef>
              <a:spcAft>
                <a:spcPts val="0"/>
              </a:spcAft>
              <a:buClr>
                <a:schemeClr val="lt1"/>
              </a:buClr>
              <a:buSzPts val="1200"/>
              <a:buFont typeface="Inter"/>
              <a:buChar char="●"/>
              <a:defRPr>
                <a:solidFill>
                  <a:schemeClr val="lt1"/>
                </a:solidFill>
              </a:defRPr>
            </a:lvl4pPr>
            <a:lvl5pPr marL="2286000" lvl="4" indent="-304800" algn="ctr">
              <a:spcBef>
                <a:spcPts val="0"/>
              </a:spcBef>
              <a:spcAft>
                <a:spcPts val="0"/>
              </a:spcAft>
              <a:buClr>
                <a:schemeClr val="lt1"/>
              </a:buClr>
              <a:buSzPts val="1200"/>
              <a:buFont typeface="Inter"/>
              <a:buChar char="○"/>
              <a:defRPr>
                <a:solidFill>
                  <a:schemeClr val="lt1"/>
                </a:solidFill>
              </a:defRPr>
            </a:lvl5pPr>
            <a:lvl6pPr marL="2743200" lvl="5" indent="-304800" algn="ctr">
              <a:spcBef>
                <a:spcPts val="0"/>
              </a:spcBef>
              <a:spcAft>
                <a:spcPts val="0"/>
              </a:spcAft>
              <a:buClr>
                <a:schemeClr val="lt1"/>
              </a:buClr>
              <a:buSzPts val="1200"/>
              <a:buFont typeface="Inter"/>
              <a:buChar char="■"/>
              <a:defRPr>
                <a:solidFill>
                  <a:schemeClr val="lt1"/>
                </a:solidFill>
              </a:defRPr>
            </a:lvl6pPr>
            <a:lvl7pPr marL="3200400" lvl="6" indent="-304800" algn="ctr">
              <a:spcBef>
                <a:spcPts val="0"/>
              </a:spcBef>
              <a:spcAft>
                <a:spcPts val="0"/>
              </a:spcAft>
              <a:buClr>
                <a:schemeClr val="lt1"/>
              </a:buClr>
              <a:buSzPts val="1200"/>
              <a:buFont typeface="Inter"/>
              <a:buChar char="●"/>
              <a:defRPr>
                <a:solidFill>
                  <a:schemeClr val="lt1"/>
                </a:solidFill>
              </a:defRPr>
            </a:lvl7pPr>
            <a:lvl8pPr marL="3657600" lvl="7" indent="-304800" algn="ctr">
              <a:spcBef>
                <a:spcPts val="0"/>
              </a:spcBef>
              <a:spcAft>
                <a:spcPts val="0"/>
              </a:spcAft>
              <a:buClr>
                <a:schemeClr val="lt1"/>
              </a:buClr>
              <a:buSzPts val="1200"/>
              <a:buFont typeface="Inter"/>
              <a:buChar char="○"/>
              <a:defRPr>
                <a:solidFill>
                  <a:schemeClr val="lt1"/>
                </a:solidFill>
              </a:defRPr>
            </a:lvl8pPr>
            <a:lvl9pPr marL="4114800" lvl="8" indent="-304800" algn="ctr">
              <a:spcBef>
                <a:spcPts val="0"/>
              </a:spcBef>
              <a:spcAft>
                <a:spcPts val="0"/>
              </a:spcAft>
              <a:buClr>
                <a:schemeClr val="lt1"/>
              </a:buClr>
              <a:buSzPts val="1200"/>
              <a:buFont typeface="Inter"/>
              <a:buChar char="■"/>
              <a:defRPr>
                <a:solidFill>
                  <a:schemeClr val="lt1"/>
                </a:solidFill>
              </a:defRPr>
            </a:lvl9pPr>
          </a:lstStyle>
          <a:p>
            <a:endParaRPr/>
          </a:p>
        </p:txBody>
      </p:sp>
      <p:sp>
        <p:nvSpPr>
          <p:cNvPr id="160" name="Google Shape;160;p23"/>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61" name="Google Shape;161;p23"/>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xt / Graph">
  <p:cSld name="CAPTION_ONLY">
    <p:bg>
      <p:bgPr>
        <a:solidFill>
          <a:schemeClr val="lt1"/>
        </a:solidFill>
        <a:effectLst/>
      </p:bgPr>
    </p:bg>
    <p:spTree>
      <p:nvGrpSpPr>
        <p:cNvPr id="1" name="Shape 162"/>
        <p:cNvGrpSpPr/>
        <p:nvPr/>
      </p:nvGrpSpPr>
      <p:grpSpPr>
        <a:xfrm>
          <a:off x="0" y="0"/>
          <a:ext cx="0" cy="0"/>
          <a:chOff x="0" y="0"/>
          <a:chExt cx="0" cy="0"/>
        </a:xfrm>
      </p:grpSpPr>
      <p:cxnSp>
        <p:nvCxnSpPr>
          <p:cNvPr id="163" name="Google Shape;163;p24"/>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164" name="Google Shape;164;p24"/>
          <p:cNvSpPr txBox="1">
            <a:spLocks noGrp="1"/>
          </p:cNvSpPr>
          <p:nvPr>
            <p:ph type="title"/>
          </p:nvPr>
        </p:nvSpPr>
        <p:spPr>
          <a:xfrm>
            <a:off x="452575" y="596800"/>
            <a:ext cx="4418100" cy="1370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sz="4800" b="1"/>
            </a:lvl2pPr>
            <a:lvl3pPr lvl="2">
              <a:lnSpc>
                <a:spcPct val="80000"/>
              </a:lnSpc>
              <a:spcBef>
                <a:spcPts val="0"/>
              </a:spcBef>
              <a:spcAft>
                <a:spcPts val="0"/>
              </a:spcAft>
              <a:buSzPts val="4800"/>
              <a:buFont typeface="Inter"/>
              <a:buNone/>
              <a:defRPr sz="4800" b="1"/>
            </a:lvl3pPr>
            <a:lvl4pPr lvl="3">
              <a:lnSpc>
                <a:spcPct val="80000"/>
              </a:lnSpc>
              <a:spcBef>
                <a:spcPts val="0"/>
              </a:spcBef>
              <a:spcAft>
                <a:spcPts val="0"/>
              </a:spcAft>
              <a:buSzPts val="4800"/>
              <a:buFont typeface="Inter"/>
              <a:buNone/>
              <a:defRPr sz="4800" b="1"/>
            </a:lvl4pPr>
            <a:lvl5pPr lvl="4">
              <a:lnSpc>
                <a:spcPct val="80000"/>
              </a:lnSpc>
              <a:spcBef>
                <a:spcPts val="0"/>
              </a:spcBef>
              <a:spcAft>
                <a:spcPts val="0"/>
              </a:spcAft>
              <a:buSzPts val="4800"/>
              <a:buFont typeface="Inter"/>
              <a:buNone/>
              <a:defRPr sz="4800" b="1"/>
            </a:lvl5pPr>
            <a:lvl6pPr lvl="5">
              <a:lnSpc>
                <a:spcPct val="80000"/>
              </a:lnSpc>
              <a:spcBef>
                <a:spcPts val="0"/>
              </a:spcBef>
              <a:spcAft>
                <a:spcPts val="0"/>
              </a:spcAft>
              <a:buSzPts val="4800"/>
              <a:buFont typeface="Inter"/>
              <a:buNone/>
              <a:defRPr sz="4800" b="1"/>
            </a:lvl6pPr>
            <a:lvl7pPr lvl="6">
              <a:lnSpc>
                <a:spcPct val="80000"/>
              </a:lnSpc>
              <a:spcBef>
                <a:spcPts val="0"/>
              </a:spcBef>
              <a:spcAft>
                <a:spcPts val="0"/>
              </a:spcAft>
              <a:buSzPts val="4800"/>
              <a:buFont typeface="Inter"/>
              <a:buNone/>
              <a:defRPr sz="4800" b="1"/>
            </a:lvl7pPr>
            <a:lvl8pPr lvl="7">
              <a:lnSpc>
                <a:spcPct val="80000"/>
              </a:lnSpc>
              <a:spcBef>
                <a:spcPts val="0"/>
              </a:spcBef>
              <a:spcAft>
                <a:spcPts val="0"/>
              </a:spcAft>
              <a:buSzPts val="4800"/>
              <a:buFont typeface="Inter"/>
              <a:buNone/>
              <a:defRPr sz="4800" b="1"/>
            </a:lvl8pPr>
            <a:lvl9pPr lvl="8">
              <a:lnSpc>
                <a:spcPct val="80000"/>
              </a:lnSpc>
              <a:spcBef>
                <a:spcPts val="0"/>
              </a:spcBef>
              <a:spcAft>
                <a:spcPts val="0"/>
              </a:spcAft>
              <a:buSzPts val="4800"/>
              <a:buFont typeface="Inter"/>
              <a:buNone/>
              <a:defRPr sz="4800" b="1"/>
            </a:lvl9pPr>
          </a:lstStyle>
          <a:p>
            <a:endParaRPr/>
          </a:p>
        </p:txBody>
      </p:sp>
      <p:sp>
        <p:nvSpPr>
          <p:cNvPr id="165" name="Google Shape;165;p24"/>
          <p:cNvSpPr txBox="1">
            <a:spLocks noGrp="1"/>
          </p:cNvSpPr>
          <p:nvPr>
            <p:ph type="body" idx="1"/>
          </p:nvPr>
        </p:nvSpPr>
        <p:spPr>
          <a:xfrm>
            <a:off x="560525" y="1966775"/>
            <a:ext cx="3212700" cy="2080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nter"/>
              <a:buChar char="●"/>
              <a:defRPr/>
            </a:lvl1pPr>
            <a:lvl2pPr marL="914400" lvl="1" indent="-304800">
              <a:spcBef>
                <a:spcPts val="0"/>
              </a:spcBef>
              <a:spcAft>
                <a:spcPts val="0"/>
              </a:spcAft>
              <a:buSzPts val="1200"/>
              <a:buFont typeface="Inter"/>
              <a:buChar char="○"/>
              <a:defRPr/>
            </a:lvl2pPr>
            <a:lvl3pPr marL="1371600" lvl="2" indent="-304800">
              <a:spcBef>
                <a:spcPts val="0"/>
              </a:spcBef>
              <a:spcAft>
                <a:spcPts val="0"/>
              </a:spcAft>
              <a:buSzPts val="1200"/>
              <a:buFont typeface="Inter"/>
              <a:buChar char="■"/>
              <a:defRPr/>
            </a:lvl3pPr>
            <a:lvl4pPr marL="1828800" lvl="3" indent="-304800">
              <a:spcBef>
                <a:spcPts val="0"/>
              </a:spcBef>
              <a:spcAft>
                <a:spcPts val="0"/>
              </a:spcAft>
              <a:buSzPts val="1200"/>
              <a:buFont typeface="Inter"/>
              <a:buChar char="●"/>
              <a:defRPr/>
            </a:lvl4pPr>
            <a:lvl5pPr marL="2286000" lvl="4" indent="-304800">
              <a:spcBef>
                <a:spcPts val="0"/>
              </a:spcBef>
              <a:spcAft>
                <a:spcPts val="0"/>
              </a:spcAft>
              <a:buSzPts val="1200"/>
              <a:buFont typeface="Inter"/>
              <a:buChar char="○"/>
              <a:defRPr/>
            </a:lvl5pPr>
            <a:lvl6pPr marL="2743200" lvl="5" indent="-304800">
              <a:spcBef>
                <a:spcPts val="0"/>
              </a:spcBef>
              <a:spcAft>
                <a:spcPts val="0"/>
              </a:spcAft>
              <a:buSzPts val="1200"/>
              <a:buFont typeface="Inter"/>
              <a:buChar char="■"/>
              <a:defRPr/>
            </a:lvl6pPr>
            <a:lvl7pPr marL="3200400" lvl="6" indent="-304800">
              <a:spcBef>
                <a:spcPts val="0"/>
              </a:spcBef>
              <a:spcAft>
                <a:spcPts val="0"/>
              </a:spcAft>
              <a:buSzPts val="1200"/>
              <a:buFont typeface="Inter"/>
              <a:buChar char="●"/>
              <a:defRPr/>
            </a:lvl7pPr>
            <a:lvl8pPr marL="3657600" lvl="7" indent="-304800">
              <a:spcBef>
                <a:spcPts val="0"/>
              </a:spcBef>
              <a:spcAft>
                <a:spcPts val="0"/>
              </a:spcAft>
              <a:buSzPts val="1200"/>
              <a:buFont typeface="Inter"/>
              <a:buChar char="○"/>
              <a:defRPr/>
            </a:lvl8pPr>
            <a:lvl9pPr marL="4114800" lvl="8" indent="-304800">
              <a:spcBef>
                <a:spcPts val="0"/>
              </a:spcBef>
              <a:spcAft>
                <a:spcPts val="0"/>
              </a:spcAft>
              <a:buSzPts val="1200"/>
              <a:buFont typeface="Inter"/>
              <a:buChar char="■"/>
              <a:defRPr/>
            </a:lvl9pPr>
          </a:lstStyle>
          <a:p>
            <a:endParaRPr/>
          </a:p>
        </p:txBody>
      </p:sp>
      <p:sp>
        <p:nvSpPr>
          <p:cNvPr id="166" name="Google Shape;166;p24"/>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67" name="Google Shape;167;p24"/>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accent2"/>
                </a:solidFill>
                <a:latin typeface="Inter Light"/>
                <a:ea typeface="Inter Light"/>
                <a:cs typeface="Inter Light"/>
                <a:sym typeface="Inter Light"/>
              </a:defRPr>
            </a:lvl1pPr>
            <a:lvl2pPr lvl="1" algn="ctr" rtl="0">
              <a:buNone/>
              <a:defRPr sz="800">
                <a:solidFill>
                  <a:schemeClr val="accent2"/>
                </a:solidFill>
                <a:latin typeface="Inter Light"/>
                <a:ea typeface="Inter Light"/>
                <a:cs typeface="Inter Light"/>
                <a:sym typeface="Inter Light"/>
              </a:defRPr>
            </a:lvl2pPr>
            <a:lvl3pPr lvl="2" algn="ctr" rtl="0">
              <a:buNone/>
              <a:defRPr sz="800">
                <a:solidFill>
                  <a:schemeClr val="accent2"/>
                </a:solidFill>
                <a:latin typeface="Inter Light"/>
                <a:ea typeface="Inter Light"/>
                <a:cs typeface="Inter Light"/>
                <a:sym typeface="Inter Light"/>
              </a:defRPr>
            </a:lvl3pPr>
            <a:lvl4pPr lvl="3" algn="ctr" rtl="0">
              <a:buNone/>
              <a:defRPr sz="800">
                <a:solidFill>
                  <a:schemeClr val="accent2"/>
                </a:solidFill>
                <a:latin typeface="Inter Light"/>
                <a:ea typeface="Inter Light"/>
                <a:cs typeface="Inter Light"/>
                <a:sym typeface="Inter Light"/>
              </a:defRPr>
            </a:lvl4pPr>
            <a:lvl5pPr lvl="4" algn="ctr" rtl="0">
              <a:buNone/>
              <a:defRPr sz="800">
                <a:solidFill>
                  <a:schemeClr val="accent2"/>
                </a:solidFill>
                <a:latin typeface="Inter Light"/>
                <a:ea typeface="Inter Light"/>
                <a:cs typeface="Inter Light"/>
                <a:sym typeface="Inter Light"/>
              </a:defRPr>
            </a:lvl5pPr>
            <a:lvl6pPr lvl="5" algn="ctr" rtl="0">
              <a:buNone/>
              <a:defRPr sz="800">
                <a:solidFill>
                  <a:schemeClr val="accent2"/>
                </a:solidFill>
                <a:latin typeface="Inter Light"/>
                <a:ea typeface="Inter Light"/>
                <a:cs typeface="Inter Light"/>
                <a:sym typeface="Inter Light"/>
              </a:defRPr>
            </a:lvl6pPr>
            <a:lvl7pPr lvl="6" algn="ctr" rtl="0">
              <a:buNone/>
              <a:defRPr sz="800">
                <a:solidFill>
                  <a:schemeClr val="accent2"/>
                </a:solidFill>
                <a:latin typeface="Inter Light"/>
                <a:ea typeface="Inter Light"/>
                <a:cs typeface="Inter Light"/>
                <a:sym typeface="Inter Light"/>
              </a:defRPr>
            </a:lvl7pPr>
            <a:lvl8pPr lvl="7" algn="ctr" rtl="0">
              <a:buNone/>
              <a:defRPr sz="800">
                <a:solidFill>
                  <a:schemeClr val="accent2"/>
                </a:solidFill>
                <a:latin typeface="Inter Light"/>
                <a:ea typeface="Inter Light"/>
                <a:cs typeface="Inter Light"/>
                <a:sym typeface="Inter Light"/>
              </a:defRPr>
            </a:lvl8pPr>
            <a:lvl9pPr lvl="8" algn="ctr" rtl="0">
              <a:buNone/>
              <a:defRPr sz="800">
                <a:solidFill>
                  <a:schemeClr val="accen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168" name="Google Shape;168;p24"/>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Header">
  <p:cSld name="BIG_NUMBER">
    <p:bg>
      <p:bgPr>
        <a:solidFill>
          <a:schemeClr val="dk2"/>
        </a:solidFill>
        <a:effectLst/>
      </p:bgPr>
    </p:bg>
    <p:spTree>
      <p:nvGrpSpPr>
        <p:cNvPr id="1" name="Shape 169"/>
        <p:cNvGrpSpPr/>
        <p:nvPr/>
      </p:nvGrpSpPr>
      <p:grpSpPr>
        <a:xfrm>
          <a:off x="0" y="0"/>
          <a:ext cx="0" cy="0"/>
          <a:chOff x="0" y="0"/>
          <a:chExt cx="0" cy="0"/>
        </a:xfrm>
      </p:grpSpPr>
      <p:sp>
        <p:nvSpPr>
          <p:cNvPr id="170" name="Google Shape;170;p25"/>
          <p:cNvSpPr>
            <a:spLocks noGrp="1"/>
          </p:cNvSpPr>
          <p:nvPr>
            <p:ph type="pic" idx="2"/>
          </p:nvPr>
        </p:nvSpPr>
        <p:spPr>
          <a:xfrm>
            <a:off x="213750" y="586950"/>
            <a:ext cx="8701800" cy="2327100"/>
          </a:xfrm>
          <a:prstGeom prst="roundRect">
            <a:avLst>
              <a:gd name="adj" fmla="val 3913"/>
            </a:avLst>
          </a:prstGeom>
          <a:noFill/>
          <a:ln>
            <a:noFill/>
          </a:ln>
        </p:spPr>
      </p:sp>
      <p:sp>
        <p:nvSpPr>
          <p:cNvPr id="171" name="Google Shape;171;p25"/>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72" name="Google Shape;172;p25"/>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173" name="Google Shape;173;p25"/>
          <p:cNvSpPr txBox="1">
            <a:spLocks noGrp="1"/>
          </p:cNvSpPr>
          <p:nvPr>
            <p:ph type="body" idx="1"/>
          </p:nvPr>
        </p:nvSpPr>
        <p:spPr>
          <a:xfrm>
            <a:off x="5362800" y="3071200"/>
            <a:ext cx="3552600" cy="8736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74" name="Google Shape;174;p25"/>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75" name="Google Shape;175;p25"/>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Go-to-Market Strategy" type="blank">
  <p:cSld name="BLANK">
    <p:bg>
      <p:bgPr>
        <a:solidFill>
          <a:schemeClr val="dk1"/>
        </a:solidFill>
        <a:effectLst/>
      </p:bgPr>
    </p:bg>
    <p:spTree>
      <p:nvGrpSpPr>
        <p:cNvPr id="1" name="Shape 176"/>
        <p:cNvGrpSpPr/>
        <p:nvPr/>
      </p:nvGrpSpPr>
      <p:grpSpPr>
        <a:xfrm>
          <a:off x="0" y="0"/>
          <a:ext cx="0" cy="0"/>
          <a:chOff x="0" y="0"/>
          <a:chExt cx="0" cy="0"/>
        </a:xfrm>
      </p:grpSpPr>
      <p:sp>
        <p:nvSpPr>
          <p:cNvPr id="177" name="Google Shape;177;p26"/>
          <p:cNvSpPr>
            <a:spLocks noGrp="1"/>
          </p:cNvSpPr>
          <p:nvPr>
            <p:ph type="pic" idx="2"/>
          </p:nvPr>
        </p:nvSpPr>
        <p:spPr>
          <a:xfrm>
            <a:off x="6445900" y="626975"/>
            <a:ext cx="1932900" cy="2070000"/>
          </a:xfrm>
          <a:prstGeom prst="roundRect">
            <a:avLst>
              <a:gd name="adj" fmla="val 5387"/>
            </a:avLst>
          </a:prstGeom>
          <a:noFill/>
          <a:ln>
            <a:noFill/>
          </a:ln>
        </p:spPr>
      </p:sp>
      <p:sp>
        <p:nvSpPr>
          <p:cNvPr id="178" name="Google Shape;178;p26"/>
          <p:cNvSpPr>
            <a:spLocks noGrp="1"/>
          </p:cNvSpPr>
          <p:nvPr>
            <p:ph type="pic" idx="3"/>
          </p:nvPr>
        </p:nvSpPr>
        <p:spPr>
          <a:xfrm>
            <a:off x="4210025" y="626975"/>
            <a:ext cx="1932900" cy="2070000"/>
          </a:xfrm>
          <a:prstGeom prst="roundRect">
            <a:avLst>
              <a:gd name="adj" fmla="val 5387"/>
            </a:avLst>
          </a:prstGeom>
          <a:noFill/>
          <a:ln>
            <a:noFill/>
          </a:ln>
        </p:spPr>
      </p:sp>
      <p:cxnSp>
        <p:nvCxnSpPr>
          <p:cNvPr id="179" name="Google Shape;179;p26"/>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180" name="Google Shape;180;p26"/>
          <p:cNvSpPr txBox="1">
            <a:spLocks noGrp="1"/>
          </p:cNvSpPr>
          <p:nvPr>
            <p:ph type="title"/>
          </p:nvPr>
        </p:nvSpPr>
        <p:spPr>
          <a:xfrm>
            <a:off x="450850" y="596800"/>
            <a:ext cx="4083000" cy="1828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a:endParaRPr/>
          </a:p>
        </p:txBody>
      </p:sp>
      <p:sp>
        <p:nvSpPr>
          <p:cNvPr id="181" name="Google Shape;181;p26"/>
          <p:cNvSpPr txBox="1">
            <a:spLocks noGrp="1"/>
          </p:cNvSpPr>
          <p:nvPr>
            <p:ph type="subTitle" idx="1"/>
          </p:nvPr>
        </p:nvSpPr>
        <p:spPr>
          <a:xfrm>
            <a:off x="4210025" y="2802675"/>
            <a:ext cx="1906800" cy="772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600"/>
              <a:buFont typeface="Inter SemiBold"/>
              <a:buNone/>
              <a:defRPr sz="1600">
                <a:solidFill>
                  <a:schemeClr val="lt1"/>
                </a:solidFill>
              </a:defRPr>
            </a:lvl1pPr>
            <a:lvl2pPr lvl="1">
              <a:spcBef>
                <a:spcPts val="0"/>
              </a:spcBef>
              <a:spcAft>
                <a:spcPts val="0"/>
              </a:spcAft>
              <a:buClr>
                <a:schemeClr val="lt1"/>
              </a:buClr>
              <a:buSzPts val="1600"/>
              <a:buFont typeface="Inter SemiBold"/>
              <a:buNone/>
              <a:defRPr sz="1600">
                <a:solidFill>
                  <a:schemeClr val="lt1"/>
                </a:solidFill>
              </a:defRPr>
            </a:lvl2pPr>
            <a:lvl3pPr lvl="2">
              <a:spcBef>
                <a:spcPts val="0"/>
              </a:spcBef>
              <a:spcAft>
                <a:spcPts val="0"/>
              </a:spcAft>
              <a:buClr>
                <a:schemeClr val="lt1"/>
              </a:buClr>
              <a:buSzPts val="1600"/>
              <a:buFont typeface="Inter SemiBold"/>
              <a:buNone/>
              <a:defRPr sz="1600">
                <a:solidFill>
                  <a:schemeClr val="lt1"/>
                </a:solidFill>
              </a:defRPr>
            </a:lvl3pPr>
            <a:lvl4pPr lvl="3">
              <a:spcBef>
                <a:spcPts val="0"/>
              </a:spcBef>
              <a:spcAft>
                <a:spcPts val="0"/>
              </a:spcAft>
              <a:buClr>
                <a:schemeClr val="lt1"/>
              </a:buClr>
              <a:buSzPts val="1600"/>
              <a:buFont typeface="Inter SemiBold"/>
              <a:buNone/>
              <a:defRPr sz="1600">
                <a:solidFill>
                  <a:schemeClr val="lt1"/>
                </a:solidFill>
              </a:defRPr>
            </a:lvl4pPr>
            <a:lvl5pPr lvl="4">
              <a:spcBef>
                <a:spcPts val="0"/>
              </a:spcBef>
              <a:spcAft>
                <a:spcPts val="0"/>
              </a:spcAft>
              <a:buClr>
                <a:schemeClr val="lt1"/>
              </a:buClr>
              <a:buSzPts val="1600"/>
              <a:buFont typeface="Inter SemiBold"/>
              <a:buNone/>
              <a:defRPr sz="1600">
                <a:solidFill>
                  <a:schemeClr val="lt1"/>
                </a:solidFill>
              </a:defRPr>
            </a:lvl5pPr>
            <a:lvl6pPr lvl="5">
              <a:spcBef>
                <a:spcPts val="0"/>
              </a:spcBef>
              <a:spcAft>
                <a:spcPts val="0"/>
              </a:spcAft>
              <a:buClr>
                <a:schemeClr val="lt1"/>
              </a:buClr>
              <a:buSzPts val="1600"/>
              <a:buFont typeface="Inter SemiBold"/>
              <a:buNone/>
              <a:defRPr sz="1600">
                <a:solidFill>
                  <a:schemeClr val="lt1"/>
                </a:solidFill>
              </a:defRPr>
            </a:lvl6pPr>
            <a:lvl7pPr lvl="6">
              <a:spcBef>
                <a:spcPts val="0"/>
              </a:spcBef>
              <a:spcAft>
                <a:spcPts val="0"/>
              </a:spcAft>
              <a:buClr>
                <a:schemeClr val="lt1"/>
              </a:buClr>
              <a:buSzPts val="1600"/>
              <a:buFont typeface="Inter SemiBold"/>
              <a:buNone/>
              <a:defRPr sz="1600">
                <a:solidFill>
                  <a:schemeClr val="lt1"/>
                </a:solidFill>
              </a:defRPr>
            </a:lvl7pPr>
            <a:lvl8pPr lvl="7">
              <a:spcBef>
                <a:spcPts val="0"/>
              </a:spcBef>
              <a:spcAft>
                <a:spcPts val="0"/>
              </a:spcAft>
              <a:buClr>
                <a:schemeClr val="lt1"/>
              </a:buClr>
              <a:buSzPts val="1600"/>
              <a:buFont typeface="Inter SemiBold"/>
              <a:buNone/>
              <a:defRPr sz="1600">
                <a:solidFill>
                  <a:schemeClr val="lt1"/>
                </a:solidFill>
              </a:defRPr>
            </a:lvl8pPr>
            <a:lvl9pPr lvl="8">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82" name="Google Shape;182;p26"/>
          <p:cNvSpPr txBox="1">
            <a:spLocks noGrp="1"/>
          </p:cNvSpPr>
          <p:nvPr>
            <p:ph type="body" idx="4"/>
          </p:nvPr>
        </p:nvSpPr>
        <p:spPr>
          <a:xfrm>
            <a:off x="4210025" y="3441550"/>
            <a:ext cx="1607400" cy="10686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83" name="Google Shape;183;p26"/>
          <p:cNvSpPr txBox="1">
            <a:spLocks noGrp="1"/>
          </p:cNvSpPr>
          <p:nvPr>
            <p:ph type="subTitle" idx="5"/>
          </p:nvPr>
        </p:nvSpPr>
        <p:spPr>
          <a:xfrm>
            <a:off x="6458950" y="2802675"/>
            <a:ext cx="1906800" cy="772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600"/>
              <a:buFont typeface="Inter SemiBold"/>
              <a:buNone/>
              <a:defRPr sz="1600">
                <a:solidFill>
                  <a:schemeClr val="lt1"/>
                </a:solidFill>
              </a:defRPr>
            </a:lvl1pPr>
            <a:lvl2pPr lvl="1">
              <a:spcBef>
                <a:spcPts val="0"/>
              </a:spcBef>
              <a:spcAft>
                <a:spcPts val="0"/>
              </a:spcAft>
              <a:buClr>
                <a:schemeClr val="lt1"/>
              </a:buClr>
              <a:buSzPts val="1600"/>
              <a:buFont typeface="Inter SemiBold"/>
              <a:buNone/>
              <a:defRPr sz="1600">
                <a:solidFill>
                  <a:schemeClr val="lt1"/>
                </a:solidFill>
              </a:defRPr>
            </a:lvl2pPr>
            <a:lvl3pPr lvl="2">
              <a:spcBef>
                <a:spcPts val="0"/>
              </a:spcBef>
              <a:spcAft>
                <a:spcPts val="0"/>
              </a:spcAft>
              <a:buClr>
                <a:schemeClr val="lt1"/>
              </a:buClr>
              <a:buSzPts val="1600"/>
              <a:buFont typeface="Inter SemiBold"/>
              <a:buNone/>
              <a:defRPr sz="1600">
                <a:solidFill>
                  <a:schemeClr val="lt1"/>
                </a:solidFill>
              </a:defRPr>
            </a:lvl3pPr>
            <a:lvl4pPr lvl="3">
              <a:spcBef>
                <a:spcPts val="0"/>
              </a:spcBef>
              <a:spcAft>
                <a:spcPts val="0"/>
              </a:spcAft>
              <a:buClr>
                <a:schemeClr val="lt1"/>
              </a:buClr>
              <a:buSzPts val="1600"/>
              <a:buFont typeface="Inter SemiBold"/>
              <a:buNone/>
              <a:defRPr sz="1600">
                <a:solidFill>
                  <a:schemeClr val="lt1"/>
                </a:solidFill>
              </a:defRPr>
            </a:lvl4pPr>
            <a:lvl5pPr lvl="4">
              <a:spcBef>
                <a:spcPts val="0"/>
              </a:spcBef>
              <a:spcAft>
                <a:spcPts val="0"/>
              </a:spcAft>
              <a:buClr>
                <a:schemeClr val="lt1"/>
              </a:buClr>
              <a:buSzPts val="1600"/>
              <a:buFont typeface="Inter SemiBold"/>
              <a:buNone/>
              <a:defRPr sz="1600">
                <a:solidFill>
                  <a:schemeClr val="lt1"/>
                </a:solidFill>
              </a:defRPr>
            </a:lvl5pPr>
            <a:lvl6pPr lvl="5">
              <a:spcBef>
                <a:spcPts val="0"/>
              </a:spcBef>
              <a:spcAft>
                <a:spcPts val="0"/>
              </a:spcAft>
              <a:buClr>
                <a:schemeClr val="lt1"/>
              </a:buClr>
              <a:buSzPts val="1600"/>
              <a:buFont typeface="Inter SemiBold"/>
              <a:buNone/>
              <a:defRPr sz="1600">
                <a:solidFill>
                  <a:schemeClr val="lt1"/>
                </a:solidFill>
              </a:defRPr>
            </a:lvl6pPr>
            <a:lvl7pPr lvl="6">
              <a:spcBef>
                <a:spcPts val="0"/>
              </a:spcBef>
              <a:spcAft>
                <a:spcPts val="0"/>
              </a:spcAft>
              <a:buClr>
                <a:schemeClr val="lt1"/>
              </a:buClr>
              <a:buSzPts val="1600"/>
              <a:buFont typeface="Inter SemiBold"/>
              <a:buNone/>
              <a:defRPr sz="1600">
                <a:solidFill>
                  <a:schemeClr val="lt1"/>
                </a:solidFill>
              </a:defRPr>
            </a:lvl7pPr>
            <a:lvl8pPr lvl="7">
              <a:spcBef>
                <a:spcPts val="0"/>
              </a:spcBef>
              <a:spcAft>
                <a:spcPts val="0"/>
              </a:spcAft>
              <a:buClr>
                <a:schemeClr val="lt1"/>
              </a:buClr>
              <a:buSzPts val="1600"/>
              <a:buFont typeface="Inter SemiBold"/>
              <a:buNone/>
              <a:defRPr sz="1600">
                <a:solidFill>
                  <a:schemeClr val="lt1"/>
                </a:solidFill>
              </a:defRPr>
            </a:lvl8pPr>
            <a:lvl9pPr lvl="8">
              <a:spcBef>
                <a:spcPts val="0"/>
              </a:spcBef>
              <a:spcAft>
                <a:spcPts val="0"/>
              </a:spcAft>
              <a:buClr>
                <a:schemeClr val="lt1"/>
              </a:buClr>
              <a:buSzPts val="1600"/>
              <a:buFont typeface="Inter SemiBold"/>
              <a:buNone/>
              <a:defRPr sz="1600">
                <a:solidFill>
                  <a:schemeClr val="lt1"/>
                </a:solidFill>
              </a:defRPr>
            </a:lvl9pPr>
          </a:lstStyle>
          <a:p>
            <a:endParaRPr/>
          </a:p>
        </p:txBody>
      </p:sp>
      <p:sp>
        <p:nvSpPr>
          <p:cNvPr id="184" name="Google Shape;184;p26"/>
          <p:cNvSpPr txBox="1">
            <a:spLocks noGrp="1"/>
          </p:cNvSpPr>
          <p:nvPr>
            <p:ph type="body" idx="6"/>
          </p:nvPr>
        </p:nvSpPr>
        <p:spPr>
          <a:xfrm>
            <a:off x="6458950" y="3441550"/>
            <a:ext cx="1607400" cy="10686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Inter"/>
              <a:buChar char="●"/>
              <a:defRPr>
                <a:solidFill>
                  <a:schemeClr val="lt2"/>
                </a:solidFill>
              </a:defRPr>
            </a:lvl1pPr>
            <a:lvl2pPr marL="914400" lvl="1" indent="-304800">
              <a:lnSpc>
                <a:spcPct val="115000"/>
              </a:lnSpc>
              <a:spcBef>
                <a:spcPts val="0"/>
              </a:spcBef>
              <a:spcAft>
                <a:spcPts val="0"/>
              </a:spcAft>
              <a:buClr>
                <a:schemeClr val="lt2"/>
              </a:buClr>
              <a:buSzPts val="1200"/>
              <a:buFont typeface="Inter"/>
              <a:buChar char="○"/>
              <a:defRPr>
                <a:solidFill>
                  <a:schemeClr val="lt2"/>
                </a:solidFill>
              </a:defRPr>
            </a:lvl2pPr>
            <a:lvl3pPr marL="1371600" lvl="2" indent="-304800">
              <a:lnSpc>
                <a:spcPct val="115000"/>
              </a:lnSpc>
              <a:spcBef>
                <a:spcPts val="0"/>
              </a:spcBef>
              <a:spcAft>
                <a:spcPts val="0"/>
              </a:spcAft>
              <a:buClr>
                <a:schemeClr val="lt2"/>
              </a:buClr>
              <a:buSzPts val="1200"/>
              <a:buFont typeface="Inter"/>
              <a:buChar char="■"/>
              <a:defRPr>
                <a:solidFill>
                  <a:schemeClr val="lt2"/>
                </a:solidFill>
              </a:defRPr>
            </a:lvl3pPr>
            <a:lvl4pPr marL="1828800" lvl="3" indent="-304800">
              <a:lnSpc>
                <a:spcPct val="115000"/>
              </a:lnSpc>
              <a:spcBef>
                <a:spcPts val="0"/>
              </a:spcBef>
              <a:spcAft>
                <a:spcPts val="0"/>
              </a:spcAft>
              <a:buClr>
                <a:schemeClr val="lt2"/>
              </a:buClr>
              <a:buSzPts val="1200"/>
              <a:buFont typeface="Inter"/>
              <a:buChar char="●"/>
              <a:defRPr>
                <a:solidFill>
                  <a:schemeClr val="lt2"/>
                </a:solidFill>
              </a:defRPr>
            </a:lvl4pPr>
            <a:lvl5pPr marL="2286000" lvl="4" indent="-304800">
              <a:lnSpc>
                <a:spcPct val="115000"/>
              </a:lnSpc>
              <a:spcBef>
                <a:spcPts val="0"/>
              </a:spcBef>
              <a:spcAft>
                <a:spcPts val="0"/>
              </a:spcAft>
              <a:buClr>
                <a:schemeClr val="lt2"/>
              </a:buClr>
              <a:buSzPts val="1200"/>
              <a:buFont typeface="Inter"/>
              <a:buChar char="○"/>
              <a:defRPr>
                <a:solidFill>
                  <a:schemeClr val="lt2"/>
                </a:solidFill>
              </a:defRPr>
            </a:lvl5pPr>
            <a:lvl6pPr marL="2743200" lvl="5" indent="-304800">
              <a:lnSpc>
                <a:spcPct val="115000"/>
              </a:lnSpc>
              <a:spcBef>
                <a:spcPts val="0"/>
              </a:spcBef>
              <a:spcAft>
                <a:spcPts val="0"/>
              </a:spcAft>
              <a:buClr>
                <a:schemeClr val="lt2"/>
              </a:buClr>
              <a:buSzPts val="1200"/>
              <a:buFont typeface="Inter"/>
              <a:buChar char="■"/>
              <a:defRPr>
                <a:solidFill>
                  <a:schemeClr val="lt2"/>
                </a:solidFill>
              </a:defRPr>
            </a:lvl6pPr>
            <a:lvl7pPr marL="3200400" lvl="6" indent="-304800">
              <a:lnSpc>
                <a:spcPct val="115000"/>
              </a:lnSpc>
              <a:spcBef>
                <a:spcPts val="0"/>
              </a:spcBef>
              <a:spcAft>
                <a:spcPts val="0"/>
              </a:spcAft>
              <a:buClr>
                <a:schemeClr val="lt2"/>
              </a:buClr>
              <a:buSzPts val="1200"/>
              <a:buFont typeface="Inter"/>
              <a:buChar char="●"/>
              <a:defRPr>
                <a:solidFill>
                  <a:schemeClr val="lt2"/>
                </a:solidFill>
              </a:defRPr>
            </a:lvl7pPr>
            <a:lvl8pPr marL="3657600" lvl="7" indent="-304800">
              <a:lnSpc>
                <a:spcPct val="115000"/>
              </a:lnSpc>
              <a:spcBef>
                <a:spcPts val="0"/>
              </a:spcBef>
              <a:spcAft>
                <a:spcPts val="0"/>
              </a:spcAft>
              <a:buClr>
                <a:schemeClr val="lt2"/>
              </a:buClr>
              <a:buSzPts val="1200"/>
              <a:buFont typeface="Inter"/>
              <a:buChar char="○"/>
              <a:defRPr>
                <a:solidFill>
                  <a:schemeClr val="lt2"/>
                </a:solidFill>
              </a:defRPr>
            </a:lvl8pPr>
            <a:lvl9pPr marL="4114800" lvl="8" indent="-304800">
              <a:lnSpc>
                <a:spcPct val="115000"/>
              </a:lnSpc>
              <a:spcBef>
                <a:spcPts val="0"/>
              </a:spcBef>
              <a:spcAft>
                <a:spcPts val="0"/>
              </a:spcAft>
              <a:buClr>
                <a:schemeClr val="lt2"/>
              </a:buClr>
              <a:buSzPts val="1200"/>
              <a:buFont typeface="Inter"/>
              <a:buChar char="■"/>
              <a:defRPr>
                <a:solidFill>
                  <a:schemeClr val="lt2"/>
                </a:solidFill>
              </a:defRPr>
            </a:lvl9pPr>
          </a:lstStyle>
          <a:p>
            <a:endParaRPr/>
          </a:p>
        </p:txBody>
      </p:sp>
      <p:sp>
        <p:nvSpPr>
          <p:cNvPr id="185" name="Google Shape;185;p26"/>
          <p:cNvSpPr txBox="1">
            <a:spLocks noGrp="1"/>
          </p:cNvSpPr>
          <p:nvPr>
            <p:ph type="body" idx="7"/>
          </p:nvPr>
        </p:nvSpPr>
        <p:spPr>
          <a:xfrm>
            <a:off x="450850" y="2399275"/>
            <a:ext cx="3048000" cy="2110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a:solidFill>
                  <a:schemeClr val="lt1"/>
                </a:solidFill>
              </a:defRPr>
            </a:lvl1pPr>
            <a:lvl2pPr marL="914400" lvl="1" indent="-304800">
              <a:spcBef>
                <a:spcPts val="0"/>
              </a:spcBef>
              <a:spcAft>
                <a:spcPts val="0"/>
              </a:spcAft>
              <a:buClr>
                <a:schemeClr val="lt1"/>
              </a:buClr>
              <a:buSzPts val="1200"/>
              <a:buFont typeface="Inter"/>
              <a:buChar char="○"/>
              <a:defRPr>
                <a:solidFill>
                  <a:schemeClr val="lt1"/>
                </a:solidFill>
              </a:defRPr>
            </a:lvl2pPr>
            <a:lvl3pPr marL="1371600" lvl="2" indent="-304800">
              <a:spcBef>
                <a:spcPts val="0"/>
              </a:spcBef>
              <a:spcAft>
                <a:spcPts val="0"/>
              </a:spcAft>
              <a:buClr>
                <a:schemeClr val="lt1"/>
              </a:buClr>
              <a:buSzPts val="1200"/>
              <a:buFont typeface="Inter"/>
              <a:buChar char="■"/>
              <a:defRPr>
                <a:solidFill>
                  <a:schemeClr val="lt1"/>
                </a:solidFill>
              </a:defRPr>
            </a:lvl3pPr>
            <a:lvl4pPr marL="1828800" lvl="3" indent="-304800">
              <a:spcBef>
                <a:spcPts val="0"/>
              </a:spcBef>
              <a:spcAft>
                <a:spcPts val="0"/>
              </a:spcAft>
              <a:buClr>
                <a:schemeClr val="lt1"/>
              </a:buClr>
              <a:buSzPts val="1200"/>
              <a:buFont typeface="Inter"/>
              <a:buChar char="●"/>
              <a:defRPr>
                <a:solidFill>
                  <a:schemeClr val="lt1"/>
                </a:solidFill>
              </a:defRPr>
            </a:lvl4pPr>
            <a:lvl5pPr marL="2286000" lvl="4" indent="-304800">
              <a:spcBef>
                <a:spcPts val="0"/>
              </a:spcBef>
              <a:spcAft>
                <a:spcPts val="0"/>
              </a:spcAft>
              <a:buClr>
                <a:schemeClr val="lt1"/>
              </a:buClr>
              <a:buSzPts val="1200"/>
              <a:buFont typeface="Inter"/>
              <a:buChar char="○"/>
              <a:defRPr>
                <a:solidFill>
                  <a:schemeClr val="lt1"/>
                </a:solidFill>
              </a:defRPr>
            </a:lvl5pPr>
            <a:lvl6pPr marL="2743200" lvl="5" indent="-304800">
              <a:spcBef>
                <a:spcPts val="0"/>
              </a:spcBef>
              <a:spcAft>
                <a:spcPts val="0"/>
              </a:spcAft>
              <a:buClr>
                <a:schemeClr val="lt1"/>
              </a:buClr>
              <a:buSzPts val="1200"/>
              <a:buFont typeface="Inter"/>
              <a:buChar char="■"/>
              <a:defRPr>
                <a:solidFill>
                  <a:schemeClr val="lt1"/>
                </a:solidFill>
              </a:defRPr>
            </a:lvl6pPr>
            <a:lvl7pPr marL="3200400" lvl="6" indent="-304800">
              <a:spcBef>
                <a:spcPts val="0"/>
              </a:spcBef>
              <a:spcAft>
                <a:spcPts val="0"/>
              </a:spcAft>
              <a:buClr>
                <a:schemeClr val="lt1"/>
              </a:buClr>
              <a:buSzPts val="1200"/>
              <a:buFont typeface="Inter"/>
              <a:buChar char="●"/>
              <a:defRPr>
                <a:solidFill>
                  <a:schemeClr val="lt1"/>
                </a:solidFill>
              </a:defRPr>
            </a:lvl7pPr>
            <a:lvl8pPr marL="3657600" lvl="7" indent="-304800">
              <a:spcBef>
                <a:spcPts val="0"/>
              </a:spcBef>
              <a:spcAft>
                <a:spcPts val="0"/>
              </a:spcAft>
              <a:buClr>
                <a:schemeClr val="lt1"/>
              </a:buClr>
              <a:buSzPts val="1200"/>
              <a:buFont typeface="Inter"/>
              <a:buChar char="○"/>
              <a:defRPr>
                <a:solidFill>
                  <a:schemeClr val="lt1"/>
                </a:solidFill>
              </a:defRPr>
            </a:lvl8pPr>
            <a:lvl9pPr marL="4114800" lvl="8" indent="-304800">
              <a:spcBef>
                <a:spcPts val="0"/>
              </a:spcBef>
              <a:spcAft>
                <a:spcPts val="0"/>
              </a:spcAft>
              <a:buClr>
                <a:schemeClr val="lt1"/>
              </a:buClr>
              <a:buSzPts val="1200"/>
              <a:buFont typeface="Inter"/>
              <a:buChar char="■"/>
              <a:defRPr>
                <a:solidFill>
                  <a:schemeClr val="lt1"/>
                </a:solidFill>
              </a:defRPr>
            </a:lvl9pPr>
          </a:lstStyle>
          <a:p>
            <a:endParaRPr/>
          </a:p>
        </p:txBody>
      </p:sp>
      <p:sp>
        <p:nvSpPr>
          <p:cNvPr id="186" name="Google Shape;186;p26"/>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87" name="Google Shape;187;p26"/>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lt2"/>
                </a:solidFill>
                <a:latin typeface="Inter Light"/>
                <a:ea typeface="Inter Light"/>
                <a:cs typeface="Inter Light"/>
                <a:sym typeface="Inter Light"/>
              </a:defRPr>
            </a:lvl1pPr>
            <a:lvl2pPr lvl="1" algn="ctr" rtl="0">
              <a:buNone/>
              <a:defRPr sz="800">
                <a:solidFill>
                  <a:schemeClr val="lt2"/>
                </a:solidFill>
                <a:latin typeface="Inter Light"/>
                <a:ea typeface="Inter Light"/>
                <a:cs typeface="Inter Light"/>
                <a:sym typeface="Inter Light"/>
              </a:defRPr>
            </a:lvl2pPr>
            <a:lvl3pPr lvl="2" algn="ctr" rtl="0">
              <a:buNone/>
              <a:defRPr sz="800">
                <a:solidFill>
                  <a:schemeClr val="lt2"/>
                </a:solidFill>
                <a:latin typeface="Inter Light"/>
                <a:ea typeface="Inter Light"/>
                <a:cs typeface="Inter Light"/>
                <a:sym typeface="Inter Light"/>
              </a:defRPr>
            </a:lvl3pPr>
            <a:lvl4pPr lvl="3" algn="ctr" rtl="0">
              <a:buNone/>
              <a:defRPr sz="800">
                <a:solidFill>
                  <a:schemeClr val="lt2"/>
                </a:solidFill>
                <a:latin typeface="Inter Light"/>
                <a:ea typeface="Inter Light"/>
                <a:cs typeface="Inter Light"/>
                <a:sym typeface="Inter Light"/>
              </a:defRPr>
            </a:lvl4pPr>
            <a:lvl5pPr lvl="4" algn="ctr" rtl="0">
              <a:buNone/>
              <a:defRPr sz="800">
                <a:solidFill>
                  <a:schemeClr val="lt2"/>
                </a:solidFill>
                <a:latin typeface="Inter Light"/>
                <a:ea typeface="Inter Light"/>
                <a:cs typeface="Inter Light"/>
                <a:sym typeface="Inter Light"/>
              </a:defRPr>
            </a:lvl5pPr>
            <a:lvl6pPr lvl="5" algn="ctr" rtl="0">
              <a:buNone/>
              <a:defRPr sz="800">
                <a:solidFill>
                  <a:schemeClr val="lt2"/>
                </a:solidFill>
                <a:latin typeface="Inter Light"/>
                <a:ea typeface="Inter Light"/>
                <a:cs typeface="Inter Light"/>
                <a:sym typeface="Inter Light"/>
              </a:defRPr>
            </a:lvl6pPr>
            <a:lvl7pPr lvl="6" algn="ctr" rtl="0">
              <a:buNone/>
              <a:defRPr sz="800">
                <a:solidFill>
                  <a:schemeClr val="lt2"/>
                </a:solidFill>
                <a:latin typeface="Inter Light"/>
                <a:ea typeface="Inter Light"/>
                <a:cs typeface="Inter Light"/>
                <a:sym typeface="Inter Light"/>
              </a:defRPr>
            </a:lvl7pPr>
            <a:lvl8pPr lvl="7" algn="ctr" rtl="0">
              <a:buNone/>
              <a:defRPr sz="800">
                <a:solidFill>
                  <a:schemeClr val="lt2"/>
                </a:solidFill>
                <a:latin typeface="Inter Light"/>
                <a:ea typeface="Inter Light"/>
                <a:cs typeface="Inter Light"/>
                <a:sym typeface="Inter Light"/>
              </a:defRPr>
            </a:lvl8pPr>
            <a:lvl9pPr lvl="8" algn="ctr" rtl="0">
              <a:buNone/>
              <a:defRPr sz="800">
                <a:solidFill>
                  <a:schemeClr val="l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188" name="Google Shape;188;p26"/>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ilestones">
  <p:cSld name="TITLE_1">
    <p:bg>
      <p:bgPr>
        <a:solidFill>
          <a:schemeClr val="lt1"/>
        </a:solidFill>
        <a:effectLst/>
      </p:bgPr>
    </p:bg>
    <p:spTree>
      <p:nvGrpSpPr>
        <p:cNvPr id="1" name="Shape 189"/>
        <p:cNvGrpSpPr/>
        <p:nvPr/>
      </p:nvGrpSpPr>
      <p:grpSpPr>
        <a:xfrm>
          <a:off x="0" y="0"/>
          <a:ext cx="0" cy="0"/>
          <a:chOff x="0" y="0"/>
          <a:chExt cx="0" cy="0"/>
        </a:xfrm>
      </p:grpSpPr>
      <p:cxnSp>
        <p:nvCxnSpPr>
          <p:cNvPr id="190" name="Google Shape;190;p27"/>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191" name="Google Shape;191;p27"/>
          <p:cNvSpPr txBox="1">
            <a:spLocks noGrp="1"/>
          </p:cNvSpPr>
          <p:nvPr>
            <p:ph type="title"/>
          </p:nvPr>
        </p:nvSpPr>
        <p:spPr>
          <a:xfrm>
            <a:off x="452575" y="596800"/>
            <a:ext cx="4418100" cy="1359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sz="4800" b="1"/>
            </a:lvl2pPr>
            <a:lvl3pPr lvl="2">
              <a:lnSpc>
                <a:spcPct val="80000"/>
              </a:lnSpc>
              <a:spcBef>
                <a:spcPts val="0"/>
              </a:spcBef>
              <a:spcAft>
                <a:spcPts val="0"/>
              </a:spcAft>
              <a:buSzPts val="4800"/>
              <a:buFont typeface="Inter"/>
              <a:buNone/>
              <a:defRPr sz="4800" b="1"/>
            </a:lvl3pPr>
            <a:lvl4pPr lvl="3">
              <a:lnSpc>
                <a:spcPct val="80000"/>
              </a:lnSpc>
              <a:spcBef>
                <a:spcPts val="0"/>
              </a:spcBef>
              <a:spcAft>
                <a:spcPts val="0"/>
              </a:spcAft>
              <a:buSzPts val="4800"/>
              <a:buFont typeface="Inter"/>
              <a:buNone/>
              <a:defRPr sz="4800" b="1"/>
            </a:lvl4pPr>
            <a:lvl5pPr lvl="4">
              <a:lnSpc>
                <a:spcPct val="80000"/>
              </a:lnSpc>
              <a:spcBef>
                <a:spcPts val="0"/>
              </a:spcBef>
              <a:spcAft>
                <a:spcPts val="0"/>
              </a:spcAft>
              <a:buSzPts val="4800"/>
              <a:buFont typeface="Inter"/>
              <a:buNone/>
              <a:defRPr sz="4800" b="1"/>
            </a:lvl5pPr>
            <a:lvl6pPr lvl="5">
              <a:lnSpc>
                <a:spcPct val="80000"/>
              </a:lnSpc>
              <a:spcBef>
                <a:spcPts val="0"/>
              </a:spcBef>
              <a:spcAft>
                <a:spcPts val="0"/>
              </a:spcAft>
              <a:buSzPts val="4800"/>
              <a:buFont typeface="Inter"/>
              <a:buNone/>
              <a:defRPr sz="4800" b="1"/>
            </a:lvl6pPr>
            <a:lvl7pPr lvl="6">
              <a:lnSpc>
                <a:spcPct val="80000"/>
              </a:lnSpc>
              <a:spcBef>
                <a:spcPts val="0"/>
              </a:spcBef>
              <a:spcAft>
                <a:spcPts val="0"/>
              </a:spcAft>
              <a:buSzPts val="4800"/>
              <a:buFont typeface="Inter"/>
              <a:buNone/>
              <a:defRPr sz="4800" b="1"/>
            </a:lvl7pPr>
            <a:lvl8pPr lvl="7">
              <a:lnSpc>
                <a:spcPct val="80000"/>
              </a:lnSpc>
              <a:spcBef>
                <a:spcPts val="0"/>
              </a:spcBef>
              <a:spcAft>
                <a:spcPts val="0"/>
              </a:spcAft>
              <a:buSzPts val="4800"/>
              <a:buFont typeface="Inter"/>
              <a:buNone/>
              <a:defRPr sz="4800" b="1"/>
            </a:lvl8pPr>
            <a:lvl9pPr lvl="8">
              <a:lnSpc>
                <a:spcPct val="80000"/>
              </a:lnSpc>
              <a:spcBef>
                <a:spcPts val="0"/>
              </a:spcBef>
              <a:spcAft>
                <a:spcPts val="0"/>
              </a:spcAft>
              <a:buSzPts val="4800"/>
              <a:buFont typeface="Inter"/>
              <a:buNone/>
              <a:defRPr sz="4800" b="1"/>
            </a:lvl9pPr>
          </a:lstStyle>
          <a:p>
            <a:endParaRPr/>
          </a:p>
        </p:txBody>
      </p:sp>
      <p:sp>
        <p:nvSpPr>
          <p:cNvPr id="192" name="Google Shape;192;p27"/>
          <p:cNvSpPr txBox="1">
            <a:spLocks noGrp="1"/>
          </p:cNvSpPr>
          <p:nvPr>
            <p:ph type="subTitle" idx="1"/>
          </p:nvPr>
        </p:nvSpPr>
        <p:spPr>
          <a:xfrm>
            <a:off x="467825" y="18573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193" name="Google Shape;193;p27"/>
          <p:cNvSpPr txBox="1">
            <a:spLocks noGrp="1"/>
          </p:cNvSpPr>
          <p:nvPr>
            <p:ph type="body" idx="2"/>
          </p:nvPr>
        </p:nvSpPr>
        <p:spPr>
          <a:xfrm>
            <a:off x="391625" y="22718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194" name="Google Shape;194;p27"/>
          <p:cNvSpPr txBox="1">
            <a:spLocks noGrp="1"/>
          </p:cNvSpPr>
          <p:nvPr>
            <p:ph type="subTitle" idx="3"/>
          </p:nvPr>
        </p:nvSpPr>
        <p:spPr>
          <a:xfrm>
            <a:off x="3052450" y="18573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195" name="Google Shape;195;p27"/>
          <p:cNvSpPr txBox="1">
            <a:spLocks noGrp="1"/>
          </p:cNvSpPr>
          <p:nvPr>
            <p:ph type="body" idx="4"/>
          </p:nvPr>
        </p:nvSpPr>
        <p:spPr>
          <a:xfrm>
            <a:off x="2976250" y="22718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196" name="Google Shape;196;p27"/>
          <p:cNvSpPr txBox="1">
            <a:spLocks noGrp="1"/>
          </p:cNvSpPr>
          <p:nvPr>
            <p:ph type="subTitle" idx="5"/>
          </p:nvPr>
        </p:nvSpPr>
        <p:spPr>
          <a:xfrm>
            <a:off x="5637075" y="18573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197" name="Google Shape;197;p27"/>
          <p:cNvSpPr txBox="1">
            <a:spLocks noGrp="1"/>
          </p:cNvSpPr>
          <p:nvPr>
            <p:ph type="body" idx="6"/>
          </p:nvPr>
        </p:nvSpPr>
        <p:spPr>
          <a:xfrm>
            <a:off x="5560875" y="22718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198" name="Google Shape;198;p27"/>
          <p:cNvSpPr txBox="1">
            <a:spLocks noGrp="1"/>
          </p:cNvSpPr>
          <p:nvPr>
            <p:ph type="subTitle" idx="7"/>
          </p:nvPr>
        </p:nvSpPr>
        <p:spPr>
          <a:xfrm>
            <a:off x="467825" y="30751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199" name="Google Shape;199;p27"/>
          <p:cNvSpPr txBox="1">
            <a:spLocks noGrp="1"/>
          </p:cNvSpPr>
          <p:nvPr>
            <p:ph type="body" idx="8"/>
          </p:nvPr>
        </p:nvSpPr>
        <p:spPr>
          <a:xfrm>
            <a:off x="391625" y="34896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200" name="Google Shape;200;p27"/>
          <p:cNvSpPr txBox="1">
            <a:spLocks noGrp="1"/>
          </p:cNvSpPr>
          <p:nvPr>
            <p:ph type="subTitle" idx="9"/>
          </p:nvPr>
        </p:nvSpPr>
        <p:spPr>
          <a:xfrm>
            <a:off x="3052450" y="30751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201" name="Google Shape;201;p27"/>
          <p:cNvSpPr txBox="1">
            <a:spLocks noGrp="1"/>
          </p:cNvSpPr>
          <p:nvPr>
            <p:ph type="body" idx="13"/>
          </p:nvPr>
        </p:nvSpPr>
        <p:spPr>
          <a:xfrm>
            <a:off x="2976250" y="34896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202" name="Google Shape;202;p27"/>
          <p:cNvSpPr txBox="1">
            <a:spLocks noGrp="1"/>
          </p:cNvSpPr>
          <p:nvPr>
            <p:ph type="subTitle" idx="14"/>
          </p:nvPr>
        </p:nvSpPr>
        <p:spPr>
          <a:xfrm>
            <a:off x="5637075" y="3075100"/>
            <a:ext cx="2151000" cy="7722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203" name="Google Shape;203;p27"/>
          <p:cNvSpPr txBox="1">
            <a:spLocks noGrp="1"/>
          </p:cNvSpPr>
          <p:nvPr>
            <p:ph type="body" idx="15"/>
          </p:nvPr>
        </p:nvSpPr>
        <p:spPr>
          <a:xfrm>
            <a:off x="5560875" y="3489625"/>
            <a:ext cx="21510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204" name="Google Shape;204;p27"/>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05" name="Google Shape;205;p27"/>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dk1"/>
                </a:solidFill>
                <a:latin typeface="Inter Light"/>
                <a:ea typeface="Inter Light"/>
                <a:cs typeface="Inter Light"/>
                <a:sym typeface="Inter Light"/>
              </a:defRPr>
            </a:lvl1pPr>
            <a:lvl2pPr lvl="1" algn="ctr" rtl="0">
              <a:buNone/>
              <a:defRPr sz="800">
                <a:solidFill>
                  <a:schemeClr val="dk1"/>
                </a:solidFill>
                <a:latin typeface="Inter Light"/>
                <a:ea typeface="Inter Light"/>
                <a:cs typeface="Inter Light"/>
                <a:sym typeface="Inter Light"/>
              </a:defRPr>
            </a:lvl2pPr>
            <a:lvl3pPr lvl="2" algn="ctr" rtl="0">
              <a:buNone/>
              <a:defRPr sz="800">
                <a:solidFill>
                  <a:schemeClr val="dk1"/>
                </a:solidFill>
                <a:latin typeface="Inter Light"/>
                <a:ea typeface="Inter Light"/>
                <a:cs typeface="Inter Light"/>
                <a:sym typeface="Inter Light"/>
              </a:defRPr>
            </a:lvl3pPr>
            <a:lvl4pPr lvl="3" algn="ctr" rtl="0">
              <a:buNone/>
              <a:defRPr sz="800">
                <a:solidFill>
                  <a:schemeClr val="dk1"/>
                </a:solidFill>
                <a:latin typeface="Inter Light"/>
                <a:ea typeface="Inter Light"/>
                <a:cs typeface="Inter Light"/>
                <a:sym typeface="Inter Light"/>
              </a:defRPr>
            </a:lvl4pPr>
            <a:lvl5pPr lvl="4" algn="ctr" rtl="0">
              <a:buNone/>
              <a:defRPr sz="800">
                <a:solidFill>
                  <a:schemeClr val="dk1"/>
                </a:solidFill>
                <a:latin typeface="Inter Light"/>
                <a:ea typeface="Inter Light"/>
                <a:cs typeface="Inter Light"/>
                <a:sym typeface="Inter Light"/>
              </a:defRPr>
            </a:lvl5pPr>
            <a:lvl6pPr lvl="5" algn="ctr" rtl="0">
              <a:buNone/>
              <a:defRPr sz="800">
                <a:solidFill>
                  <a:schemeClr val="dk1"/>
                </a:solidFill>
                <a:latin typeface="Inter Light"/>
                <a:ea typeface="Inter Light"/>
                <a:cs typeface="Inter Light"/>
                <a:sym typeface="Inter Light"/>
              </a:defRPr>
            </a:lvl6pPr>
            <a:lvl7pPr lvl="6" algn="ctr" rtl="0">
              <a:buNone/>
              <a:defRPr sz="800">
                <a:solidFill>
                  <a:schemeClr val="dk1"/>
                </a:solidFill>
                <a:latin typeface="Inter Light"/>
                <a:ea typeface="Inter Light"/>
                <a:cs typeface="Inter Light"/>
                <a:sym typeface="Inter Light"/>
              </a:defRPr>
            </a:lvl7pPr>
            <a:lvl8pPr lvl="7" algn="ctr" rtl="0">
              <a:buNone/>
              <a:defRPr sz="800">
                <a:solidFill>
                  <a:schemeClr val="dk1"/>
                </a:solidFill>
                <a:latin typeface="Inter Light"/>
                <a:ea typeface="Inter Light"/>
                <a:cs typeface="Inter Light"/>
                <a:sym typeface="Inter Light"/>
              </a:defRPr>
            </a:lvl8pPr>
            <a:lvl9pPr lvl="8" algn="ctr" rtl="0">
              <a:buNone/>
              <a:defRPr sz="800">
                <a:solidFill>
                  <a:schemeClr val="dk1"/>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206" name="Google Shape;206;p27"/>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eatures / Benefits">
  <p:cSld name="CUSTOM">
    <p:bg>
      <p:bgPr>
        <a:solidFill>
          <a:schemeClr val="lt1"/>
        </a:solidFill>
        <a:effectLst/>
      </p:bgPr>
    </p:bg>
    <p:spTree>
      <p:nvGrpSpPr>
        <p:cNvPr id="1" name="Shape 207"/>
        <p:cNvGrpSpPr/>
        <p:nvPr/>
      </p:nvGrpSpPr>
      <p:grpSpPr>
        <a:xfrm>
          <a:off x="0" y="0"/>
          <a:ext cx="0" cy="0"/>
          <a:chOff x="0" y="0"/>
          <a:chExt cx="0" cy="0"/>
        </a:xfrm>
      </p:grpSpPr>
      <p:sp>
        <p:nvSpPr>
          <p:cNvPr id="208" name="Google Shape;208;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09" name="Google Shape;209;p28"/>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210" name="Google Shape;210;p28"/>
          <p:cNvSpPr txBox="1">
            <a:spLocks noGrp="1"/>
          </p:cNvSpPr>
          <p:nvPr>
            <p:ph type="title"/>
          </p:nvPr>
        </p:nvSpPr>
        <p:spPr>
          <a:xfrm>
            <a:off x="452575" y="633600"/>
            <a:ext cx="3954600" cy="1316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200"/>
              <a:buFont typeface="Inter"/>
              <a:buNone/>
              <a:defRPr b="1"/>
            </a:lvl2pPr>
            <a:lvl3pPr lvl="2">
              <a:lnSpc>
                <a:spcPct val="80000"/>
              </a:lnSpc>
              <a:spcBef>
                <a:spcPts val="0"/>
              </a:spcBef>
              <a:spcAft>
                <a:spcPts val="0"/>
              </a:spcAft>
              <a:buSzPts val="4200"/>
              <a:buFont typeface="Inter"/>
              <a:buNone/>
              <a:defRPr b="1"/>
            </a:lvl3pPr>
            <a:lvl4pPr lvl="3">
              <a:lnSpc>
                <a:spcPct val="80000"/>
              </a:lnSpc>
              <a:spcBef>
                <a:spcPts val="0"/>
              </a:spcBef>
              <a:spcAft>
                <a:spcPts val="0"/>
              </a:spcAft>
              <a:buSzPts val="4200"/>
              <a:buFont typeface="Inter"/>
              <a:buNone/>
              <a:defRPr b="1"/>
            </a:lvl4pPr>
            <a:lvl5pPr lvl="4">
              <a:lnSpc>
                <a:spcPct val="80000"/>
              </a:lnSpc>
              <a:spcBef>
                <a:spcPts val="0"/>
              </a:spcBef>
              <a:spcAft>
                <a:spcPts val="0"/>
              </a:spcAft>
              <a:buSzPts val="4200"/>
              <a:buFont typeface="Inter"/>
              <a:buNone/>
              <a:defRPr b="1"/>
            </a:lvl5pPr>
            <a:lvl6pPr lvl="5">
              <a:lnSpc>
                <a:spcPct val="80000"/>
              </a:lnSpc>
              <a:spcBef>
                <a:spcPts val="0"/>
              </a:spcBef>
              <a:spcAft>
                <a:spcPts val="0"/>
              </a:spcAft>
              <a:buSzPts val="4200"/>
              <a:buFont typeface="Inter"/>
              <a:buNone/>
              <a:defRPr b="1"/>
            </a:lvl6pPr>
            <a:lvl7pPr lvl="6">
              <a:lnSpc>
                <a:spcPct val="80000"/>
              </a:lnSpc>
              <a:spcBef>
                <a:spcPts val="0"/>
              </a:spcBef>
              <a:spcAft>
                <a:spcPts val="0"/>
              </a:spcAft>
              <a:buSzPts val="4200"/>
              <a:buFont typeface="Inter"/>
              <a:buNone/>
              <a:defRPr b="1"/>
            </a:lvl7pPr>
            <a:lvl8pPr lvl="7">
              <a:lnSpc>
                <a:spcPct val="80000"/>
              </a:lnSpc>
              <a:spcBef>
                <a:spcPts val="0"/>
              </a:spcBef>
              <a:spcAft>
                <a:spcPts val="0"/>
              </a:spcAft>
              <a:buSzPts val="4200"/>
              <a:buFont typeface="Inter"/>
              <a:buNone/>
              <a:defRPr b="1"/>
            </a:lvl8pPr>
            <a:lvl9pPr lvl="8">
              <a:lnSpc>
                <a:spcPct val="80000"/>
              </a:lnSpc>
              <a:spcBef>
                <a:spcPts val="0"/>
              </a:spcBef>
              <a:spcAft>
                <a:spcPts val="0"/>
              </a:spcAft>
              <a:buSzPts val="4200"/>
              <a:buFont typeface="Inter"/>
              <a:buNone/>
              <a:defRPr b="1"/>
            </a:lvl9pPr>
          </a:lstStyle>
          <a:p>
            <a:endParaRPr/>
          </a:p>
        </p:txBody>
      </p:sp>
      <p:sp>
        <p:nvSpPr>
          <p:cNvPr id="211" name="Google Shape;211;p28"/>
          <p:cNvSpPr txBox="1">
            <a:spLocks noGrp="1"/>
          </p:cNvSpPr>
          <p:nvPr>
            <p:ph type="body" idx="1"/>
          </p:nvPr>
        </p:nvSpPr>
        <p:spPr>
          <a:xfrm>
            <a:off x="560525" y="1966775"/>
            <a:ext cx="3212700" cy="2080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nter"/>
              <a:buChar char="●"/>
              <a:defRPr/>
            </a:lvl1pPr>
            <a:lvl2pPr marL="914400" lvl="1" indent="-304800">
              <a:spcBef>
                <a:spcPts val="0"/>
              </a:spcBef>
              <a:spcAft>
                <a:spcPts val="0"/>
              </a:spcAft>
              <a:buSzPts val="1200"/>
              <a:buFont typeface="Inter"/>
              <a:buChar char="○"/>
              <a:defRPr/>
            </a:lvl2pPr>
            <a:lvl3pPr marL="1371600" lvl="2" indent="-304800">
              <a:spcBef>
                <a:spcPts val="0"/>
              </a:spcBef>
              <a:spcAft>
                <a:spcPts val="0"/>
              </a:spcAft>
              <a:buSzPts val="1200"/>
              <a:buFont typeface="Inter"/>
              <a:buChar char="■"/>
              <a:defRPr/>
            </a:lvl3pPr>
            <a:lvl4pPr marL="1828800" lvl="3" indent="-304800">
              <a:spcBef>
                <a:spcPts val="0"/>
              </a:spcBef>
              <a:spcAft>
                <a:spcPts val="0"/>
              </a:spcAft>
              <a:buSzPts val="1200"/>
              <a:buFont typeface="Inter"/>
              <a:buChar char="●"/>
              <a:defRPr/>
            </a:lvl4pPr>
            <a:lvl5pPr marL="2286000" lvl="4" indent="-304800">
              <a:spcBef>
                <a:spcPts val="0"/>
              </a:spcBef>
              <a:spcAft>
                <a:spcPts val="0"/>
              </a:spcAft>
              <a:buSzPts val="1200"/>
              <a:buFont typeface="Inter"/>
              <a:buChar char="○"/>
              <a:defRPr/>
            </a:lvl5pPr>
            <a:lvl6pPr marL="2743200" lvl="5" indent="-304800">
              <a:spcBef>
                <a:spcPts val="0"/>
              </a:spcBef>
              <a:spcAft>
                <a:spcPts val="0"/>
              </a:spcAft>
              <a:buSzPts val="1200"/>
              <a:buFont typeface="Inter"/>
              <a:buChar char="■"/>
              <a:defRPr/>
            </a:lvl6pPr>
            <a:lvl7pPr marL="3200400" lvl="6" indent="-304800">
              <a:spcBef>
                <a:spcPts val="0"/>
              </a:spcBef>
              <a:spcAft>
                <a:spcPts val="0"/>
              </a:spcAft>
              <a:buSzPts val="1200"/>
              <a:buFont typeface="Inter"/>
              <a:buChar char="●"/>
              <a:defRPr/>
            </a:lvl7pPr>
            <a:lvl8pPr marL="3657600" lvl="7" indent="-304800">
              <a:spcBef>
                <a:spcPts val="0"/>
              </a:spcBef>
              <a:spcAft>
                <a:spcPts val="0"/>
              </a:spcAft>
              <a:buSzPts val="1200"/>
              <a:buFont typeface="Inter"/>
              <a:buChar char="○"/>
              <a:defRPr/>
            </a:lvl8pPr>
            <a:lvl9pPr marL="4114800" lvl="8" indent="-304800">
              <a:spcBef>
                <a:spcPts val="0"/>
              </a:spcBef>
              <a:spcAft>
                <a:spcPts val="0"/>
              </a:spcAft>
              <a:buSzPts val="1200"/>
              <a:buFont typeface="Inter"/>
              <a:buChar char="■"/>
              <a:defRPr/>
            </a:lvl9pPr>
          </a:lstStyle>
          <a:p>
            <a:endParaRPr/>
          </a:p>
        </p:txBody>
      </p:sp>
      <p:sp>
        <p:nvSpPr>
          <p:cNvPr id="212" name="Google Shape;212;p28"/>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13" name="Google Shape;213;p28"/>
          <p:cNvSpPr txBox="1">
            <a:spLocks noGrp="1"/>
          </p:cNvSpPr>
          <p:nvPr>
            <p:ph type="sldNum" idx="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accent2"/>
                </a:solidFill>
                <a:latin typeface="Inter Light"/>
                <a:ea typeface="Inter Light"/>
                <a:cs typeface="Inter Light"/>
                <a:sym typeface="Inter Light"/>
              </a:defRPr>
            </a:lvl1pPr>
            <a:lvl2pPr lvl="1" algn="ctr" rtl="0">
              <a:buNone/>
              <a:defRPr sz="800">
                <a:solidFill>
                  <a:schemeClr val="accent2"/>
                </a:solidFill>
                <a:latin typeface="Inter Light"/>
                <a:ea typeface="Inter Light"/>
                <a:cs typeface="Inter Light"/>
                <a:sym typeface="Inter Light"/>
              </a:defRPr>
            </a:lvl2pPr>
            <a:lvl3pPr lvl="2" algn="ctr" rtl="0">
              <a:buNone/>
              <a:defRPr sz="800">
                <a:solidFill>
                  <a:schemeClr val="accent2"/>
                </a:solidFill>
                <a:latin typeface="Inter Light"/>
                <a:ea typeface="Inter Light"/>
                <a:cs typeface="Inter Light"/>
                <a:sym typeface="Inter Light"/>
              </a:defRPr>
            </a:lvl3pPr>
            <a:lvl4pPr lvl="3" algn="ctr" rtl="0">
              <a:buNone/>
              <a:defRPr sz="800">
                <a:solidFill>
                  <a:schemeClr val="accent2"/>
                </a:solidFill>
                <a:latin typeface="Inter Light"/>
                <a:ea typeface="Inter Light"/>
                <a:cs typeface="Inter Light"/>
                <a:sym typeface="Inter Light"/>
              </a:defRPr>
            </a:lvl4pPr>
            <a:lvl5pPr lvl="4" algn="ctr" rtl="0">
              <a:buNone/>
              <a:defRPr sz="800">
                <a:solidFill>
                  <a:schemeClr val="accent2"/>
                </a:solidFill>
                <a:latin typeface="Inter Light"/>
                <a:ea typeface="Inter Light"/>
                <a:cs typeface="Inter Light"/>
                <a:sym typeface="Inter Light"/>
              </a:defRPr>
            </a:lvl5pPr>
            <a:lvl6pPr lvl="5" algn="ctr" rtl="0">
              <a:buNone/>
              <a:defRPr sz="800">
                <a:solidFill>
                  <a:schemeClr val="accent2"/>
                </a:solidFill>
                <a:latin typeface="Inter Light"/>
                <a:ea typeface="Inter Light"/>
                <a:cs typeface="Inter Light"/>
                <a:sym typeface="Inter Light"/>
              </a:defRPr>
            </a:lvl6pPr>
            <a:lvl7pPr lvl="6" algn="ctr" rtl="0">
              <a:buNone/>
              <a:defRPr sz="800">
                <a:solidFill>
                  <a:schemeClr val="accent2"/>
                </a:solidFill>
                <a:latin typeface="Inter Light"/>
                <a:ea typeface="Inter Light"/>
                <a:cs typeface="Inter Light"/>
                <a:sym typeface="Inter Light"/>
              </a:defRPr>
            </a:lvl7pPr>
            <a:lvl8pPr lvl="7" algn="ctr" rtl="0">
              <a:buNone/>
              <a:defRPr sz="800">
                <a:solidFill>
                  <a:schemeClr val="accent2"/>
                </a:solidFill>
                <a:latin typeface="Inter Light"/>
                <a:ea typeface="Inter Light"/>
                <a:cs typeface="Inter Light"/>
                <a:sym typeface="Inter Light"/>
              </a:defRPr>
            </a:lvl8pPr>
            <a:lvl9pPr lvl="8" algn="ctr" rtl="0">
              <a:buNone/>
              <a:defRPr sz="800">
                <a:solidFill>
                  <a:schemeClr val="accent2"/>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214" name="Google Shape;214;p28"/>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Images">
  <p:cSld name="CUSTOM_1">
    <p:bg>
      <p:bgPr>
        <a:solidFill>
          <a:schemeClr val="dk2"/>
        </a:solidFill>
        <a:effectLst/>
      </p:bgPr>
    </p:bg>
    <p:spTree>
      <p:nvGrpSpPr>
        <p:cNvPr id="1" name="Shape 215"/>
        <p:cNvGrpSpPr/>
        <p:nvPr/>
      </p:nvGrpSpPr>
      <p:grpSpPr>
        <a:xfrm>
          <a:off x="0" y="0"/>
          <a:ext cx="0" cy="0"/>
          <a:chOff x="0" y="0"/>
          <a:chExt cx="0" cy="0"/>
        </a:xfrm>
      </p:grpSpPr>
      <p:sp>
        <p:nvSpPr>
          <p:cNvPr id="216" name="Google Shape;216;p29"/>
          <p:cNvSpPr>
            <a:spLocks noGrp="1"/>
          </p:cNvSpPr>
          <p:nvPr>
            <p:ph type="pic" idx="2"/>
          </p:nvPr>
        </p:nvSpPr>
        <p:spPr>
          <a:xfrm>
            <a:off x="211850" y="203250"/>
            <a:ext cx="4292400" cy="4737000"/>
          </a:xfrm>
          <a:prstGeom prst="roundRect">
            <a:avLst>
              <a:gd name="adj" fmla="val 3358"/>
            </a:avLst>
          </a:prstGeom>
          <a:noFill/>
          <a:ln>
            <a:noFill/>
          </a:ln>
        </p:spPr>
      </p:sp>
      <p:sp>
        <p:nvSpPr>
          <p:cNvPr id="217" name="Google Shape;217;p29"/>
          <p:cNvSpPr>
            <a:spLocks noGrp="1"/>
          </p:cNvSpPr>
          <p:nvPr>
            <p:ph type="pic" idx="3"/>
          </p:nvPr>
        </p:nvSpPr>
        <p:spPr>
          <a:xfrm>
            <a:off x="4639750" y="203250"/>
            <a:ext cx="4292400" cy="4737000"/>
          </a:xfrm>
          <a:prstGeom prst="roundRect">
            <a:avLst>
              <a:gd name="adj" fmla="val 3358"/>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e Competition">
  <p:cSld name="CUSTOM_2">
    <p:bg>
      <p:bgPr>
        <a:solidFill>
          <a:schemeClr val="lt1"/>
        </a:solidFill>
        <a:effectLst/>
      </p:bgPr>
    </p:bg>
    <p:spTree>
      <p:nvGrpSpPr>
        <p:cNvPr id="1" name="Shape 218"/>
        <p:cNvGrpSpPr/>
        <p:nvPr/>
      </p:nvGrpSpPr>
      <p:grpSpPr>
        <a:xfrm>
          <a:off x="0" y="0"/>
          <a:ext cx="0" cy="0"/>
          <a:chOff x="0" y="0"/>
          <a:chExt cx="0" cy="0"/>
        </a:xfrm>
      </p:grpSpPr>
      <p:sp>
        <p:nvSpPr>
          <p:cNvPr id="219" name="Google Shape;219;p30"/>
          <p:cNvSpPr>
            <a:spLocks noGrp="1"/>
          </p:cNvSpPr>
          <p:nvPr>
            <p:ph type="pic" idx="2"/>
          </p:nvPr>
        </p:nvSpPr>
        <p:spPr>
          <a:xfrm>
            <a:off x="4014725" y="557375"/>
            <a:ext cx="1374300" cy="1471500"/>
          </a:xfrm>
          <a:prstGeom prst="roundRect">
            <a:avLst>
              <a:gd name="adj" fmla="val 7582"/>
            </a:avLst>
          </a:prstGeom>
          <a:noFill/>
          <a:ln>
            <a:noFill/>
          </a:ln>
        </p:spPr>
      </p:sp>
      <p:sp>
        <p:nvSpPr>
          <p:cNvPr id="220" name="Google Shape;220;p30"/>
          <p:cNvSpPr>
            <a:spLocks noGrp="1"/>
          </p:cNvSpPr>
          <p:nvPr>
            <p:ph type="pic" idx="3"/>
          </p:nvPr>
        </p:nvSpPr>
        <p:spPr>
          <a:xfrm>
            <a:off x="5688575" y="557375"/>
            <a:ext cx="1374300" cy="1471500"/>
          </a:xfrm>
          <a:prstGeom prst="roundRect">
            <a:avLst>
              <a:gd name="adj" fmla="val 7582"/>
            </a:avLst>
          </a:prstGeom>
          <a:noFill/>
          <a:ln>
            <a:noFill/>
          </a:ln>
        </p:spPr>
      </p:sp>
      <p:sp>
        <p:nvSpPr>
          <p:cNvPr id="221" name="Google Shape;221;p30"/>
          <p:cNvSpPr>
            <a:spLocks noGrp="1"/>
          </p:cNvSpPr>
          <p:nvPr>
            <p:ph type="pic" idx="4"/>
          </p:nvPr>
        </p:nvSpPr>
        <p:spPr>
          <a:xfrm>
            <a:off x="7362425" y="557375"/>
            <a:ext cx="1374300" cy="1471500"/>
          </a:xfrm>
          <a:prstGeom prst="roundRect">
            <a:avLst>
              <a:gd name="adj" fmla="val 7582"/>
            </a:avLst>
          </a:prstGeom>
          <a:noFill/>
          <a:ln>
            <a:noFill/>
          </a:ln>
        </p:spPr>
      </p:sp>
      <p:sp>
        <p:nvSpPr>
          <p:cNvPr id="222" name="Google Shape;222;p30"/>
          <p:cNvSpPr>
            <a:spLocks noGrp="1"/>
          </p:cNvSpPr>
          <p:nvPr>
            <p:ph type="pic" idx="5"/>
          </p:nvPr>
        </p:nvSpPr>
        <p:spPr>
          <a:xfrm>
            <a:off x="4014725" y="2644475"/>
            <a:ext cx="1374300" cy="1471500"/>
          </a:xfrm>
          <a:prstGeom prst="roundRect">
            <a:avLst>
              <a:gd name="adj" fmla="val 7582"/>
            </a:avLst>
          </a:prstGeom>
          <a:noFill/>
          <a:ln>
            <a:noFill/>
          </a:ln>
        </p:spPr>
      </p:sp>
      <p:sp>
        <p:nvSpPr>
          <p:cNvPr id="223" name="Google Shape;223;p30"/>
          <p:cNvSpPr>
            <a:spLocks noGrp="1"/>
          </p:cNvSpPr>
          <p:nvPr>
            <p:ph type="pic" idx="6"/>
          </p:nvPr>
        </p:nvSpPr>
        <p:spPr>
          <a:xfrm>
            <a:off x="5688575" y="2644475"/>
            <a:ext cx="1374300" cy="1471500"/>
          </a:xfrm>
          <a:prstGeom prst="roundRect">
            <a:avLst>
              <a:gd name="adj" fmla="val 7582"/>
            </a:avLst>
          </a:prstGeom>
          <a:noFill/>
          <a:ln>
            <a:noFill/>
          </a:ln>
        </p:spPr>
      </p:sp>
      <p:sp>
        <p:nvSpPr>
          <p:cNvPr id="224" name="Google Shape;224;p30"/>
          <p:cNvSpPr>
            <a:spLocks noGrp="1"/>
          </p:cNvSpPr>
          <p:nvPr>
            <p:ph type="pic" idx="7"/>
          </p:nvPr>
        </p:nvSpPr>
        <p:spPr>
          <a:xfrm>
            <a:off x="7362425" y="2644475"/>
            <a:ext cx="1374300" cy="1471500"/>
          </a:xfrm>
          <a:prstGeom prst="roundRect">
            <a:avLst>
              <a:gd name="adj" fmla="val 7582"/>
            </a:avLst>
          </a:prstGeom>
          <a:noFill/>
          <a:ln>
            <a:noFill/>
          </a:ln>
        </p:spPr>
      </p:sp>
      <p:cxnSp>
        <p:nvCxnSpPr>
          <p:cNvPr id="225" name="Google Shape;225;p30"/>
          <p:cNvCxnSpPr/>
          <p:nvPr/>
        </p:nvCxnSpPr>
        <p:spPr>
          <a:xfrm rot="10800000">
            <a:off x="560525" y="279400"/>
            <a:ext cx="149400" cy="0"/>
          </a:xfrm>
          <a:prstGeom prst="straightConnector1">
            <a:avLst/>
          </a:prstGeom>
          <a:noFill/>
          <a:ln w="9525" cap="flat" cmpd="sng">
            <a:solidFill>
              <a:schemeClr val="dk1"/>
            </a:solidFill>
            <a:prstDash val="solid"/>
            <a:round/>
            <a:headEnd type="none" w="med" len="med"/>
            <a:tailEnd type="none" w="med" len="med"/>
          </a:ln>
        </p:spPr>
      </p:cxnSp>
      <p:sp>
        <p:nvSpPr>
          <p:cNvPr id="226" name="Google Shape;226;p30"/>
          <p:cNvSpPr txBox="1">
            <a:spLocks noGrp="1"/>
          </p:cNvSpPr>
          <p:nvPr>
            <p:ph type="title"/>
          </p:nvPr>
        </p:nvSpPr>
        <p:spPr>
          <a:xfrm>
            <a:off x="452575" y="596800"/>
            <a:ext cx="3262500" cy="1359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sz="4800" b="1"/>
            </a:lvl2pPr>
            <a:lvl3pPr lvl="2">
              <a:lnSpc>
                <a:spcPct val="80000"/>
              </a:lnSpc>
              <a:spcBef>
                <a:spcPts val="0"/>
              </a:spcBef>
              <a:spcAft>
                <a:spcPts val="0"/>
              </a:spcAft>
              <a:buSzPts val="4800"/>
              <a:buFont typeface="Inter"/>
              <a:buNone/>
              <a:defRPr sz="4800" b="1"/>
            </a:lvl3pPr>
            <a:lvl4pPr lvl="3">
              <a:lnSpc>
                <a:spcPct val="80000"/>
              </a:lnSpc>
              <a:spcBef>
                <a:spcPts val="0"/>
              </a:spcBef>
              <a:spcAft>
                <a:spcPts val="0"/>
              </a:spcAft>
              <a:buSzPts val="4800"/>
              <a:buFont typeface="Inter"/>
              <a:buNone/>
              <a:defRPr sz="4800" b="1"/>
            </a:lvl4pPr>
            <a:lvl5pPr lvl="4">
              <a:lnSpc>
                <a:spcPct val="80000"/>
              </a:lnSpc>
              <a:spcBef>
                <a:spcPts val="0"/>
              </a:spcBef>
              <a:spcAft>
                <a:spcPts val="0"/>
              </a:spcAft>
              <a:buSzPts val="4800"/>
              <a:buFont typeface="Inter"/>
              <a:buNone/>
              <a:defRPr sz="4800" b="1"/>
            </a:lvl5pPr>
            <a:lvl6pPr lvl="5">
              <a:lnSpc>
                <a:spcPct val="80000"/>
              </a:lnSpc>
              <a:spcBef>
                <a:spcPts val="0"/>
              </a:spcBef>
              <a:spcAft>
                <a:spcPts val="0"/>
              </a:spcAft>
              <a:buSzPts val="4800"/>
              <a:buFont typeface="Inter"/>
              <a:buNone/>
              <a:defRPr sz="4800" b="1"/>
            </a:lvl6pPr>
            <a:lvl7pPr lvl="6">
              <a:lnSpc>
                <a:spcPct val="80000"/>
              </a:lnSpc>
              <a:spcBef>
                <a:spcPts val="0"/>
              </a:spcBef>
              <a:spcAft>
                <a:spcPts val="0"/>
              </a:spcAft>
              <a:buSzPts val="4800"/>
              <a:buFont typeface="Inter"/>
              <a:buNone/>
              <a:defRPr sz="4800" b="1"/>
            </a:lvl7pPr>
            <a:lvl8pPr lvl="7">
              <a:lnSpc>
                <a:spcPct val="80000"/>
              </a:lnSpc>
              <a:spcBef>
                <a:spcPts val="0"/>
              </a:spcBef>
              <a:spcAft>
                <a:spcPts val="0"/>
              </a:spcAft>
              <a:buSzPts val="4800"/>
              <a:buFont typeface="Inter"/>
              <a:buNone/>
              <a:defRPr sz="4800" b="1"/>
            </a:lvl8pPr>
            <a:lvl9pPr lvl="8">
              <a:lnSpc>
                <a:spcPct val="80000"/>
              </a:lnSpc>
              <a:spcBef>
                <a:spcPts val="0"/>
              </a:spcBef>
              <a:spcAft>
                <a:spcPts val="0"/>
              </a:spcAft>
              <a:buSzPts val="4800"/>
              <a:buFont typeface="Inter"/>
              <a:buNone/>
              <a:defRPr sz="4800" b="1"/>
            </a:lvl9pPr>
          </a:lstStyle>
          <a:p>
            <a:endParaRPr/>
          </a:p>
        </p:txBody>
      </p:sp>
      <p:sp>
        <p:nvSpPr>
          <p:cNvPr id="227" name="Google Shape;227;p30"/>
          <p:cNvSpPr txBox="1">
            <a:spLocks noGrp="1"/>
          </p:cNvSpPr>
          <p:nvPr>
            <p:ph type="subTitle" idx="1"/>
          </p:nvPr>
        </p:nvSpPr>
        <p:spPr>
          <a:xfrm>
            <a:off x="452575" y="1956400"/>
            <a:ext cx="2616000" cy="627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a:endParaRPr/>
          </a:p>
        </p:txBody>
      </p:sp>
      <p:sp>
        <p:nvSpPr>
          <p:cNvPr id="228" name="Google Shape;228;p30"/>
          <p:cNvSpPr txBox="1">
            <a:spLocks noGrp="1"/>
          </p:cNvSpPr>
          <p:nvPr>
            <p:ph type="body" idx="8"/>
          </p:nvPr>
        </p:nvSpPr>
        <p:spPr>
          <a:xfrm>
            <a:off x="467825" y="2583700"/>
            <a:ext cx="3247200" cy="945000"/>
          </a:xfrm>
          <a:prstGeom prst="rect">
            <a:avLst/>
          </a:prstGeom>
        </p:spPr>
        <p:txBody>
          <a:bodyPr spcFirstLastPara="1" wrap="square" lIns="91425" tIns="91425" rIns="91425" bIns="91425" anchor="t" anchorCtr="0">
            <a:noAutofit/>
          </a:bodyPr>
          <a:lstStyle>
            <a:lvl1pPr marL="457200" lvl="0" indent="-304800">
              <a:lnSpc>
                <a:spcPct val="115000"/>
              </a:lnSpc>
              <a:spcBef>
                <a:spcPts val="0"/>
              </a:spcBef>
              <a:spcAft>
                <a:spcPts val="0"/>
              </a:spcAft>
              <a:buSzPts val="1200"/>
              <a:buFont typeface="Inter"/>
              <a:buChar char="●"/>
              <a:defRPr/>
            </a:lvl1pPr>
            <a:lvl2pPr marL="914400" lvl="1" indent="-304800">
              <a:lnSpc>
                <a:spcPct val="115000"/>
              </a:lnSpc>
              <a:spcBef>
                <a:spcPts val="0"/>
              </a:spcBef>
              <a:spcAft>
                <a:spcPts val="0"/>
              </a:spcAft>
              <a:buSzPts val="1200"/>
              <a:buFont typeface="Inter"/>
              <a:buChar char="○"/>
              <a:defRPr/>
            </a:lvl2pPr>
            <a:lvl3pPr marL="1371600" lvl="2" indent="-304800">
              <a:lnSpc>
                <a:spcPct val="115000"/>
              </a:lnSpc>
              <a:spcBef>
                <a:spcPts val="0"/>
              </a:spcBef>
              <a:spcAft>
                <a:spcPts val="0"/>
              </a:spcAft>
              <a:buSzPts val="1200"/>
              <a:buFont typeface="Inter"/>
              <a:buChar char="■"/>
              <a:defRPr/>
            </a:lvl3pPr>
            <a:lvl4pPr marL="1828800" lvl="3" indent="-304800">
              <a:lnSpc>
                <a:spcPct val="115000"/>
              </a:lnSpc>
              <a:spcBef>
                <a:spcPts val="0"/>
              </a:spcBef>
              <a:spcAft>
                <a:spcPts val="0"/>
              </a:spcAft>
              <a:buSzPts val="1200"/>
              <a:buFont typeface="Inter"/>
              <a:buChar char="●"/>
              <a:defRPr/>
            </a:lvl4pPr>
            <a:lvl5pPr marL="2286000" lvl="4" indent="-304800">
              <a:lnSpc>
                <a:spcPct val="115000"/>
              </a:lnSpc>
              <a:spcBef>
                <a:spcPts val="0"/>
              </a:spcBef>
              <a:spcAft>
                <a:spcPts val="0"/>
              </a:spcAft>
              <a:buSzPts val="1200"/>
              <a:buFont typeface="Inter"/>
              <a:buChar char="○"/>
              <a:defRPr/>
            </a:lvl5pPr>
            <a:lvl6pPr marL="2743200" lvl="5" indent="-304800">
              <a:lnSpc>
                <a:spcPct val="115000"/>
              </a:lnSpc>
              <a:spcBef>
                <a:spcPts val="0"/>
              </a:spcBef>
              <a:spcAft>
                <a:spcPts val="0"/>
              </a:spcAft>
              <a:buSzPts val="1200"/>
              <a:buFont typeface="Inter"/>
              <a:buChar char="■"/>
              <a:defRPr/>
            </a:lvl6pPr>
            <a:lvl7pPr marL="3200400" lvl="6" indent="-304800">
              <a:lnSpc>
                <a:spcPct val="115000"/>
              </a:lnSpc>
              <a:spcBef>
                <a:spcPts val="0"/>
              </a:spcBef>
              <a:spcAft>
                <a:spcPts val="0"/>
              </a:spcAft>
              <a:buSzPts val="1200"/>
              <a:buFont typeface="Inter"/>
              <a:buChar char="●"/>
              <a:defRPr/>
            </a:lvl7pPr>
            <a:lvl8pPr marL="3657600" lvl="7" indent="-304800">
              <a:lnSpc>
                <a:spcPct val="115000"/>
              </a:lnSpc>
              <a:spcBef>
                <a:spcPts val="0"/>
              </a:spcBef>
              <a:spcAft>
                <a:spcPts val="0"/>
              </a:spcAft>
              <a:buSzPts val="1200"/>
              <a:buFont typeface="Inter"/>
              <a:buChar char="○"/>
              <a:defRPr/>
            </a:lvl8pPr>
            <a:lvl9pPr marL="4114800" lvl="8" indent="-304800">
              <a:lnSpc>
                <a:spcPct val="115000"/>
              </a:lnSpc>
              <a:spcBef>
                <a:spcPts val="0"/>
              </a:spcBef>
              <a:spcAft>
                <a:spcPts val="0"/>
              </a:spcAft>
              <a:buSzPts val="1200"/>
              <a:buFont typeface="Inter"/>
              <a:buChar char="■"/>
              <a:defRPr/>
            </a:lvl9pPr>
          </a:lstStyle>
          <a:p>
            <a:endParaRPr/>
          </a:p>
        </p:txBody>
      </p:sp>
      <p:sp>
        <p:nvSpPr>
          <p:cNvPr id="229" name="Google Shape;229;p30"/>
          <p:cNvSpPr txBox="1">
            <a:spLocks noGrp="1"/>
          </p:cNvSpPr>
          <p:nvPr>
            <p:ph type="subTitle" idx="9"/>
          </p:nvPr>
        </p:nvSpPr>
        <p:spPr>
          <a:xfrm>
            <a:off x="4014725" y="202887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0" name="Google Shape;230;p30"/>
          <p:cNvSpPr txBox="1">
            <a:spLocks noGrp="1"/>
          </p:cNvSpPr>
          <p:nvPr>
            <p:ph type="subTitle" idx="13"/>
          </p:nvPr>
        </p:nvSpPr>
        <p:spPr>
          <a:xfrm>
            <a:off x="5688575" y="202887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1" name="Google Shape;231;p30"/>
          <p:cNvSpPr txBox="1">
            <a:spLocks noGrp="1"/>
          </p:cNvSpPr>
          <p:nvPr>
            <p:ph type="subTitle" idx="14"/>
          </p:nvPr>
        </p:nvSpPr>
        <p:spPr>
          <a:xfrm>
            <a:off x="7362425" y="202887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2" name="Google Shape;232;p30"/>
          <p:cNvSpPr txBox="1">
            <a:spLocks noGrp="1"/>
          </p:cNvSpPr>
          <p:nvPr>
            <p:ph type="subTitle" idx="15"/>
          </p:nvPr>
        </p:nvSpPr>
        <p:spPr>
          <a:xfrm>
            <a:off x="4014725" y="406772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3" name="Google Shape;233;p30"/>
          <p:cNvSpPr txBox="1">
            <a:spLocks noGrp="1"/>
          </p:cNvSpPr>
          <p:nvPr>
            <p:ph type="subTitle" idx="16"/>
          </p:nvPr>
        </p:nvSpPr>
        <p:spPr>
          <a:xfrm>
            <a:off x="5688575" y="406772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4" name="Google Shape;234;p30"/>
          <p:cNvSpPr txBox="1">
            <a:spLocks noGrp="1"/>
          </p:cNvSpPr>
          <p:nvPr>
            <p:ph type="subTitle" idx="17"/>
          </p:nvPr>
        </p:nvSpPr>
        <p:spPr>
          <a:xfrm>
            <a:off x="7362425" y="4067725"/>
            <a:ext cx="1374300" cy="627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a:endParaRPr/>
          </a:p>
        </p:txBody>
      </p:sp>
      <p:sp>
        <p:nvSpPr>
          <p:cNvPr id="235" name="Google Shape;235;p30"/>
          <p:cNvSpPr/>
          <p:nvPr/>
        </p:nvSpPr>
        <p:spPr>
          <a:xfrm>
            <a:off x="603475"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36" name="Google Shape;236;p30"/>
          <p:cNvSpPr txBox="1">
            <a:spLocks noGrp="1"/>
          </p:cNvSpPr>
          <p:nvPr>
            <p:ph type="sldNum" idx="12"/>
          </p:nvPr>
        </p:nvSpPr>
        <p:spPr>
          <a:xfrm>
            <a:off x="420872" y="203200"/>
            <a:ext cx="428700" cy="393600"/>
          </a:xfrm>
          <a:prstGeom prst="rect">
            <a:avLst/>
          </a:prstGeom>
        </p:spPr>
        <p:txBody>
          <a:bodyPr spcFirstLastPara="1" wrap="square" lIns="91425" tIns="91425" rIns="91425" bIns="91425" anchor="ctr" anchorCtr="0">
            <a:normAutofit/>
          </a:bodyPr>
          <a:lstStyle>
            <a:lvl1pPr lvl="0" algn="ctr" rtl="0">
              <a:buNone/>
              <a:defRPr sz="800">
                <a:solidFill>
                  <a:schemeClr val="dk1"/>
                </a:solidFill>
                <a:latin typeface="Inter Light"/>
                <a:ea typeface="Inter Light"/>
                <a:cs typeface="Inter Light"/>
                <a:sym typeface="Inter Light"/>
              </a:defRPr>
            </a:lvl1pPr>
            <a:lvl2pPr lvl="1" algn="ctr" rtl="0">
              <a:buNone/>
              <a:defRPr sz="800">
                <a:solidFill>
                  <a:schemeClr val="dk1"/>
                </a:solidFill>
                <a:latin typeface="Inter Light"/>
                <a:ea typeface="Inter Light"/>
                <a:cs typeface="Inter Light"/>
                <a:sym typeface="Inter Light"/>
              </a:defRPr>
            </a:lvl2pPr>
            <a:lvl3pPr lvl="2" algn="ctr" rtl="0">
              <a:buNone/>
              <a:defRPr sz="800">
                <a:solidFill>
                  <a:schemeClr val="dk1"/>
                </a:solidFill>
                <a:latin typeface="Inter Light"/>
                <a:ea typeface="Inter Light"/>
                <a:cs typeface="Inter Light"/>
                <a:sym typeface="Inter Light"/>
              </a:defRPr>
            </a:lvl3pPr>
            <a:lvl4pPr lvl="3" algn="ctr" rtl="0">
              <a:buNone/>
              <a:defRPr sz="800">
                <a:solidFill>
                  <a:schemeClr val="dk1"/>
                </a:solidFill>
                <a:latin typeface="Inter Light"/>
                <a:ea typeface="Inter Light"/>
                <a:cs typeface="Inter Light"/>
                <a:sym typeface="Inter Light"/>
              </a:defRPr>
            </a:lvl4pPr>
            <a:lvl5pPr lvl="4" algn="ctr" rtl="0">
              <a:buNone/>
              <a:defRPr sz="800">
                <a:solidFill>
                  <a:schemeClr val="dk1"/>
                </a:solidFill>
                <a:latin typeface="Inter Light"/>
                <a:ea typeface="Inter Light"/>
                <a:cs typeface="Inter Light"/>
                <a:sym typeface="Inter Light"/>
              </a:defRPr>
            </a:lvl5pPr>
            <a:lvl6pPr lvl="5" algn="ctr" rtl="0">
              <a:buNone/>
              <a:defRPr sz="800">
                <a:solidFill>
                  <a:schemeClr val="dk1"/>
                </a:solidFill>
                <a:latin typeface="Inter Light"/>
                <a:ea typeface="Inter Light"/>
                <a:cs typeface="Inter Light"/>
                <a:sym typeface="Inter Light"/>
              </a:defRPr>
            </a:lvl6pPr>
            <a:lvl7pPr lvl="6" algn="ctr" rtl="0">
              <a:buNone/>
              <a:defRPr sz="800">
                <a:solidFill>
                  <a:schemeClr val="dk1"/>
                </a:solidFill>
                <a:latin typeface="Inter Light"/>
                <a:ea typeface="Inter Light"/>
                <a:cs typeface="Inter Light"/>
                <a:sym typeface="Inter Light"/>
              </a:defRPr>
            </a:lvl7pPr>
            <a:lvl8pPr lvl="7" algn="ctr" rtl="0">
              <a:buNone/>
              <a:defRPr sz="800">
                <a:solidFill>
                  <a:schemeClr val="dk1"/>
                </a:solidFill>
                <a:latin typeface="Inter Light"/>
                <a:ea typeface="Inter Light"/>
                <a:cs typeface="Inter Light"/>
                <a:sym typeface="Inter Light"/>
              </a:defRPr>
            </a:lvl8pPr>
            <a:lvl9pPr lvl="8" algn="ctr" rtl="0">
              <a:buNone/>
              <a:defRPr sz="800">
                <a:solidFill>
                  <a:schemeClr val="dk1"/>
                </a:solidFill>
                <a:latin typeface="Inter Light"/>
                <a:ea typeface="Inter Light"/>
                <a:cs typeface="Inter Light"/>
                <a:sym typeface="Inter Light"/>
              </a:defRPr>
            </a:lvl9pPr>
          </a:lstStyle>
          <a:p>
            <a:pPr marL="0" lvl="0" indent="0" algn="ctr" rtl="0">
              <a:spcBef>
                <a:spcPts val="0"/>
              </a:spcBef>
              <a:spcAft>
                <a:spcPts val="0"/>
              </a:spcAft>
              <a:buNone/>
            </a:pPr>
            <a:fld id="{00000000-1234-1234-1234-123412341234}" type="slidenum">
              <a:rPr lang="en"/>
              <a:t>‹#›</a:t>
            </a:fld>
            <a:endParaRPr/>
          </a:p>
        </p:txBody>
      </p:sp>
      <p:sp>
        <p:nvSpPr>
          <p:cNvPr id="237" name="Google Shape;237;p30"/>
          <p:cNvSpPr/>
          <p:nvPr/>
        </p:nvSpPr>
        <p:spPr>
          <a:xfrm>
            <a:off x="1644650" y="4749800"/>
            <a:ext cx="768000" cy="1905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Gallery">
  <p:cSld name="CUSTOM_1_1">
    <p:bg>
      <p:bgPr>
        <a:solidFill>
          <a:schemeClr val="dk2"/>
        </a:solidFill>
        <a:effectLst/>
      </p:bgPr>
    </p:bg>
    <p:spTree>
      <p:nvGrpSpPr>
        <p:cNvPr id="1" name="Shape 238"/>
        <p:cNvGrpSpPr/>
        <p:nvPr/>
      </p:nvGrpSpPr>
      <p:grpSpPr>
        <a:xfrm>
          <a:off x="0" y="0"/>
          <a:ext cx="0" cy="0"/>
          <a:chOff x="0" y="0"/>
          <a:chExt cx="0" cy="0"/>
        </a:xfrm>
      </p:grpSpPr>
      <p:sp>
        <p:nvSpPr>
          <p:cNvPr id="239" name="Google Shape;239;p31"/>
          <p:cNvSpPr>
            <a:spLocks noGrp="1"/>
          </p:cNvSpPr>
          <p:nvPr>
            <p:ph type="pic" idx="2"/>
          </p:nvPr>
        </p:nvSpPr>
        <p:spPr>
          <a:xfrm>
            <a:off x="228625" y="592625"/>
            <a:ext cx="2205000" cy="1215600"/>
          </a:xfrm>
          <a:prstGeom prst="roundRect">
            <a:avLst>
              <a:gd name="adj" fmla="val 3655"/>
            </a:avLst>
          </a:prstGeom>
          <a:noFill/>
          <a:ln>
            <a:noFill/>
          </a:ln>
        </p:spPr>
      </p:sp>
      <p:sp>
        <p:nvSpPr>
          <p:cNvPr id="240" name="Google Shape;240;p31"/>
          <p:cNvSpPr>
            <a:spLocks noGrp="1"/>
          </p:cNvSpPr>
          <p:nvPr>
            <p:ph type="pic" idx="3"/>
          </p:nvPr>
        </p:nvSpPr>
        <p:spPr>
          <a:xfrm>
            <a:off x="3931925" y="592625"/>
            <a:ext cx="2205000" cy="1215600"/>
          </a:xfrm>
          <a:prstGeom prst="roundRect">
            <a:avLst>
              <a:gd name="adj" fmla="val 3655"/>
            </a:avLst>
          </a:prstGeom>
          <a:noFill/>
          <a:ln>
            <a:noFill/>
          </a:ln>
        </p:spPr>
      </p:sp>
      <p:sp>
        <p:nvSpPr>
          <p:cNvPr id="241" name="Google Shape;241;p31"/>
          <p:cNvSpPr>
            <a:spLocks noGrp="1"/>
          </p:cNvSpPr>
          <p:nvPr>
            <p:ph type="pic" idx="4"/>
          </p:nvPr>
        </p:nvSpPr>
        <p:spPr>
          <a:xfrm>
            <a:off x="7635600" y="592625"/>
            <a:ext cx="1135200" cy="1215600"/>
          </a:xfrm>
          <a:prstGeom prst="roundRect">
            <a:avLst>
              <a:gd name="adj" fmla="val 3655"/>
            </a:avLst>
          </a:prstGeom>
          <a:noFill/>
          <a:ln>
            <a:noFill/>
          </a:ln>
        </p:spPr>
      </p:sp>
      <p:sp>
        <p:nvSpPr>
          <p:cNvPr id="242" name="Google Shape;242;p31"/>
          <p:cNvSpPr>
            <a:spLocks noGrp="1"/>
          </p:cNvSpPr>
          <p:nvPr>
            <p:ph type="pic" idx="5"/>
          </p:nvPr>
        </p:nvSpPr>
        <p:spPr>
          <a:xfrm>
            <a:off x="2575300" y="593225"/>
            <a:ext cx="1215000" cy="1215000"/>
          </a:xfrm>
          <a:prstGeom prst="ellipse">
            <a:avLst/>
          </a:prstGeom>
          <a:noFill/>
          <a:ln>
            <a:noFill/>
          </a:ln>
        </p:spPr>
      </p:sp>
      <p:sp>
        <p:nvSpPr>
          <p:cNvPr id="243" name="Google Shape;243;p31"/>
          <p:cNvSpPr>
            <a:spLocks noGrp="1"/>
          </p:cNvSpPr>
          <p:nvPr>
            <p:ph type="pic" idx="6"/>
          </p:nvPr>
        </p:nvSpPr>
        <p:spPr>
          <a:xfrm>
            <a:off x="6278800" y="593225"/>
            <a:ext cx="1215000" cy="1215000"/>
          </a:xfrm>
          <a:prstGeom prst="ellipse">
            <a:avLst/>
          </a:prstGeom>
          <a:noFill/>
          <a:ln>
            <a:noFill/>
          </a:ln>
        </p:spPr>
      </p:sp>
      <p:sp>
        <p:nvSpPr>
          <p:cNvPr id="244" name="Google Shape;244;p31"/>
          <p:cNvSpPr>
            <a:spLocks noGrp="1"/>
          </p:cNvSpPr>
          <p:nvPr>
            <p:ph type="pic" idx="7"/>
          </p:nvPr>
        </p:nvSpPr>
        <p:spPr>
          <a:xfrm>
            <a:off x="228613" y="1964250"/>
            <a:ext cx="1215000" cy="1215000"/>
          </a:xfrm>
          <a:prstGeom prst="ellipse">
            <a:avLst/>
          </a:prstGeom>
          <a:noFill/>
          <a:ln>
            <a:noFill/>
          </a:ln>
        </p:spPr>
      </p:sp>
      <p:sp>
        <p:nvSpPr>
          <p:cNvPr id="245" name="Google Shape;245;p31"/>
          <p:cNvSpPr>
            <a:spLocks noGrp="1"/>
          </p:cNvSpPr>
          <p:nvPr>
            <p:ph type="pic" idx="8"/>
          </p:nvPr>
        </p:nvSpPr>
        <p:spPr>
          <a:xfrm>
            <a:off x="1545425" y="1963950"/>
            <a:ext cx="2205000" cy="1215600"/>
          </a:xfrm>
          <a:prstGeom prst="roundRect">
            <a:avLst>
              <a:gd name="adj" fmla="val 3655"/>
            </a:avLst>
          </a:prstGeom>
          <a:noFill/>
          <a:ln>
            <a:noFill/>
          </a:ln>
        </p:spPr>
      </p:sp>
      <p:sp>
        <p:nvSpPr>
          <p:cNvPr id="246" name="Google Shape;246;p31"/>
          <p:cNvSpPr>
            <a:spLocks noGrp="1"/>
          </p:cNvSpPr>
          <p:nvPr>
            <p:ph type="pic" idx="9"/>
          </p:nvPr>
        </p:nvSpPr>
        <p:spPr>
          <a:xfrm>
            <a:off x="3932063" y="1963950"/>
            <a:ext cx="1135200" cy="1215600"/>
          </a:xfrm>
          <a:prstGeom prst="roundRect">
            <a:avLst>
              <a:gd name="adj" fmla="val 3655"/>
            </a:avLst>
          </a:prstGeom>
          <a:noFill/>
          <a:ln>
            <a:noFill/>
          </a:ln>
        </p:spPr>
      </p:sp>
      <p:sp>
        <p:nvSpPr>
          <p:cNvPr id="247" name="Google Shape;247;p31"/>
          <p:cNvSpPr>
            <a:spLocks noGrp="1"/>
          </p:cNvSpPr>
          <p:nvPr>
            <p:ph type="pic" idx="13"/>
          </p:nvPr>
        </p:nvSpPr>
        <p:spPr>
          <a:xfrm>
            <a:off x="5248888" y="1963950"/>
            <a:ext cx="2205000" cy="1215600"/>
          </a:xfrm>
          <a:prstGeom prst="roundRect">
            <a:avLst>
              <a:gd name="adj" fmla="val 3655"/>
            </a:avLst>
          </a:prstGeom>
          <a:noFill/>
          <a:ln>
            <a:noFill/>
          </a:ln>
        </p:spPr>
      </p:sp>
      <p:sp>
        <p:nvSpPr>
          <p:cNvPr id="248" name="Google Shape;248;p31"/>
          <p:cNvSpPr>
            <a:spLocks noGrp="1"/>
          </p:cNvSpPr>
          <p:nvPr>
            <p:ph type="pic" idx="14"/>
          </p:nvPr>
        </p:nvSpPr>
        <p:spPr>
          <a:xfrm>
            <a:off x="7555713" y="1964250"/>
            <a:ext cx="1215000" cy="1215000"/>
          </a:xfrm>
          <a:prstGeom prst="ellipse">
            <a:avLst/>
          </a:prstGeom>
          <a:noFill/>
          <a:ln>
            <a:noFill/>
          </a:ln>
        </p:spPr>
      </p:sp>
      <p:sp>
        <p:nvSpPr>
          <p:cNvPr id="249" name="Google Shape;249;p31"/>
          <p:cNvSpPr>
            <a:spLocks noGrp="1"/>
          </p:cNvSpPr>
          <p:nvPr>
            <p:ph type="pic" idx="15"/>
          </p:nvPr>
        </p:nvSpPr>
        <p:spPr>
          <a:xfrm>
            <a:off x="228625" y="3335275"/>
            <a:ext cx="2205000" cy="1215600"/>
          </a:xfrm>
          <a:prstGeom prst="roundRect">
            <a:avLst>
              <a:gd name="adj" fmla="val 3655"/>
            </a:avLst>
          </a:prstGeom>
          <a:noFill/>
          <a:ln>
            <a:noFill/>
          </a:ln>
        </p:spPr>
      </p:sp>
      <p:sp>
        <p:nvSpPr>
          <p:cNvPr id="250" name="Google Shape;250;p31"/>
          <p:cNvSpPr>
            <a:spLocks noGrp="1"/>
          </p:cNvSpPr>
          <p:nvPr>
            <p:ph type="pic" idx="16"/>
          </p:nvPr>
        </p:nvSpPr>
        <p:spPr>
          <a:xfrm>
            <a:off x="3931925" y="3335275"/>
            <a:ext cx="2205000" cy="1215600"/>
          </a:xfrm>
          <a:prstGeom prst="roundRect">
            <a:avLst>
              <a:gd name="adj" fmla="val 3655"/>
            </a:avLst>
          </a:prstGeom>
          <a:noFill/>
          <a:ln>
            <a:noFill/>
          </a:ln>
        </p:spPr>
      </p:sp>
      <p:sp>
        <p:nvSpPr>
          <p:cNvPr id="251" name="Google Shape;251;p31"/>
          <p:cNvSpPr>
            <a:spLocks noGrp="1"/>
          </p:cNvSpPr>
          <p:nvPr>
            <p:ph type="pic" idx="17"/>
          </p:nvPr>
        </p:nvSpPr>
        <p:spPr>
          <a:xfrm>
            <a:off x="7635600" y="3335275"/>
            <a:ext cx="1135200" cy="1215600"/>
          </a:xfrm>
          <a:prstGeom prst="roundRect">
            <a:avLst>
              <a:gd name="adj" fmla="val 3655"/>
            </a:avLst>
          </a:prstGeom>
          <a:noFill/>
          <a:ln>
            <a:noFill/>
          </a:ln>
        </p:spPr>
      </p:sp>
      <p:sp>
        <p:nvSpPr>
          <p:cNvPr id="252" name="Google Shape;252;p31"/>
          <p:cNvSpPr>
            <a:spLocks noGrp="1"/>
          </p:cNvSpPr>
          <p:nvPr>
            <p:ph type="pic" idx="18"/>
          </p:nvPr>
        </p:nvSpPr>
        <p:spPr>
          <a:xfrm>
            <a:off x="2575300" y="3335875"/>
            <a:ext cx="1215000" cy="1215000"/>
          </a:xfrm>
          <a:prstGeom prst="ellipse">
            <a:avLst/>
          </a:prstGeom>
          <a:noFill/>
          <a:ln>
            <a:noFill/>
          </a:ln>
        </p:spPr>
      </p:sp>
      <p:sp>
        <p:nvSpPr>
          <p:cNvPr id="253" name="Google Shape;253;p31"/>
          <p:cNvSpPr>
            <a:spLocks noGrp="1"/>
          </p:cNvSpPr>
          <p:nvPr>
            <p:ph type="pic" idx="19"/>
          </p:nvPr>
        </p:nvSpPr>
        <p:spPr>
          <a:xfrm>
            <a:off x="6278800" y="3335875"/>
            <a:ext cx="1215000" cy="1215000"/>
          </a:xfrm>
          <a:prstGeom prst="ellipse">
            <a:avLst/>
          </a:prstGeom>
          <a:noFill/>
          <a:ln>
            <a:noFill/>
          </a:ln>
        </p:spPr>
      </p:sp>
      <p:sp>
        <p:nvSpPr>
          <p:cNvPr id="254" name="Google Shape;254;p31"/>
          <p:cNvSpPr txBox="1"/>
          <p:nvPr/>
        </p:nvSpPr>
        <p:spPr>
          <a:xfrm>
            <a:off x="420872" y="203200"/>
            <a:ext cx="428700" cy="3936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255" name="Google Shape;255;p31"/>
          <p:cNvCxnSpPr/>
          <p:nvPr/>
        </p:nvCxnSpPr>
        <p:spPr>
          <a:xfrm rot="10800000">
            <a:off x="560525" y="279400"/>
            <a:ext cx="149400" cy="0"/>
          </a:xfrm>
          <a:prstGeom prst="straightConnector1">
            <a:avLst/>
          </a:prstGeom>
          <a:noFill/>
          <a:ln w="9525" cap="flat" cmpd="sng">
            <a:solidFill>
              <a:schemeClr val="lt2"/>
            </a:solidFill>
            <a:prstDash val="solid"/>
            <a:round/>
            <a:headEnd type="none" w="med" len="med"/>
            <a:tailEnd type="none" w="med" len="med"/>
          </a:ln>
        </p:spPr>
      </p:cxnSp>
      <p:sp>
        <p:nvSpPr>
          <p:cNvPr id="256" name="Google Shape;256;p31"/>
          <p:cNvSpPr/>
          <p:nvPr/>
        </p:nvSpPr>
        <p:spPr>
          <a:xfrm>
            <a:off x="603475"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257" name="Google Shape;257;p31"/>
          <p:cNvSpPr/>
          <p:nvPr/>
        </p:nvSpPr>
        <p:spPr>
          <a:xfrm>
            <a:off x="1644650" y="4749800"/>
            <a:ext cx="768000" cy="1905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258"/>
        <p:cNvGrpSpPr/>
        <p:nvPr/>
      </p:nvGrpSpPr>
      <p:grpSpPr>
        <a:xfrm>
          <a:off x="0" y="0"/>
          <a:ext cx="0" cy="0"/>
          <a:chOff x="0" y="0"/>
          <a:chExt cx="0" cy="0"/>
        </a:xfrm>
      </p:grpSpPr>
      <p:sp>
        <p:nvSpPr>
          <p:cNvPr id="259" name="Google Shape;259;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60" name="Google Shape;260;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261" name="Google Shape;26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262"/>
        <p:cNvGrpSpPr/>
        <p:nvPr/>
      </p:nvGrpSpPr>
      <p:grpSpPr>
        <a:xfrm>
          <a:off x="0" y="0"/>
          <a:ext cx="0" cy="0"/>
          <a:chOff x="0" y="0"/>
          <a:chExt cx="0" cy="0"/>
        </a:xfrm>
      </p:grpSpPr>
      <p:sp>
        <p:nvSpPr>
          <p:cNvPr id="263" name="Google Shape;263;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4" name="Google Shape;26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67" name="Google Shape;267;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68" name="Google Shape;26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269"/>
        <p:cNvGrpSpPr/>
        <p:nvPr/>
      </p:nvGrpSpPr>
      <p:grpSpPr>
        <a:xfrm>
          <a:off x="0" y="0"/>
          <a:ext cx="0" cy="0"/>
          <a:chOff x="0" y="0"/>
          <a:chExt cx="0" cy="0"/>
        </a:xfrm>
      </p:grpSpPr>
      <p:sp>
        <p:nvSpPr>
          <p:cNvPr id="270" name="Google Shape;270;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1" name="Google Shape;271;p3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72" name="Google Shape;272;p3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73" name="Google Shape;273;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274"/>
        <p:cNvGrpSpPr/>
        <p:nvPr/>
      </p:nvGrpSpPr>
      <p:grpSpPr>
        <a:xfrm>
          <a:off x="0" y="0"/>
          <a:ext cx="0" cy="0"/>
          <a:chOff x="0" y="0"/>
          <a:chExt cx="0" cy="0"/>
        </a:xfrm>
      </p:grpSpPr>
      <p:sp>
        <p:nvSpPr>
          <p:cNvPr id="275" name="Google Shape;27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6" name="Google Shape;27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277"/>
        <p:cNvGrpSpPr/>
        <p:nvPr/>
      </p:nvGrpSpPr>
      <p:grpSpPr>
        <a:xfrm>
          <a:off x="0" y="0"/>
          <a:ext cx="0" cy="0"/>
          <a:chOff x="0" y="0"/>
          <a:chExt cx="0" cy="0"/>
        </a:xfrm>
      </p:grpSpPr>
      <p:sp>
        <p:nvSpPr>
          <p:cNvPr id="278" name="Google Shape;278;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9" name="Google Shape;279;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80" name="Google Shape;28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83" name="Google Shape;28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_1">
    <p:spTree>
      <p:nvGrpSpPr>
        <p:cNvPr id="1" name="Shape 284"/>
        <p:cNvGrpSpPr/>
        <p:nvPr/>
      </p:nvGrpSpPr>
      <p:grpSpPr>
        <a:xfrm>
          <a:off x="0" y="0"/>
          <a:ext cx="0" cy="0"/>
          <a:chOff x="0" y="0"/>
          <a:chExt cx="0" cy="0"/>
        </a:xfrm>
      </p:grpSpPr>
      <p:sp>
        <p:nvSpPr>
          <p:cNvPr id="285" name="Google Shape;285;p3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287" name="Google Shape;287;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88" name="Google Shape;288;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89" name="Google Shape;289;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290"/>
        <p:cNvGrpSpPr/>
        <p:nvPr/>
      </p:nvGrpSpPr>
      <p:grpSpPr>
        <a:xfrm>
          <a:off x="0" y="0"/>
          <a:ext cx="0" cy="0"/>
          <a:chOff x="0" y="0"/>
          <a:chExt cx="0" cy="0"/>
        </a:xfrm>
      </p:grpSpPr>
      <p:sp>
        <p:nvSpPr>
          <p:cNvPr id="291" name="Google Shape;291;p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
        <p:nvSpPr>
          <p:cNvPr id="292" name="Google Shape;29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293"/>
        <p:cNvGrpSpPr/>
        <p:nvPr/>
      </p:nvGrpSpPr>
      <p:grpSpPr>
        <a:xfrm>
          <a:off x="0" y="0"/>
          <a:ext cx="0" cy="0"/>
          <a:chOff x="0" y="0"/>
          <a:chExt cx="0" cy="0"/>
        </a:xfrm>
      </p:grpSpPr>
      <p:sp>
        <p:nvSpPr>
          <p:cNvPr id="294" name="Google Shape;294;p4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95" name="Google Shape;295;p4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
        <p:nvSpPr>
          <p:cNvPr id="296" name="Google Shape;29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_1">
  <p:cSld name="BLANK_1">
    <p:spTree>
      <p:nvGrpSpPr>
        <p:cNvPr id="1" name="Shape 297"/>
        <p:cNvGrpSpPr/>
        <p:nvPr/>
      </p:nvGrpSpPr>
      <p:grpSpPr>
        <a:xfrm>
          <a:off x="0" y="0"/>
          <a:ext cx="0" cy="0"/>
          <a:chOff x="0" y="0"/>
          <a:chExt cx="0" cy="0"/>
        </a:xfrm>
      </p:grpSpPr>
      <p:sp>
        <p:nvSpPr>
          <p:cNvPr id="298" name="Google Shape;298;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299"/>
        <p:cNvGrpSpPr/>
        <p:nvPr/>
      </p:nvGrpSpPr>
      <p:grpSpPr>
        <a:xfrm>
          <a:off x="0" y="0"/>
          <a:ext cx="0" cy="0"/>
          <a:chOff x="0" y="0"/>
          <a:chExt cx="0" cy="0"/>
        </a:xfrm>
      </p:grpSpPr>
      <p:sp>
        <p:nvSpPr>
          <p:cNvPr id="300" name="Google Shape;300;p4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01" name="Google Shape;301;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2" name="Google Shape;302;p4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3" name="Google Shape;303;p4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4" name="Google Shape;304;p4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5" name="Google Shape;305;p4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6" name="Google Shape;306;p4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7" name="Google Shape;307;p4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308"/>
        <p:cNvGrpSpPr/>
        <p:nvPr/>
      </p:nvGrpSpPr>
      <p:grpSpPr>
        <a:xfrm>
          <a:off x="0" y="0"/>
          <a:ext cx="0" cy="0"/>
          <a:chOff x="0" y="0"/>
          <a:chExt cx="0" cy="0"/>
        </a:xfrm>
      </p:grpSpPr>
      <p:sp>
        <p:nvSpPr>
          <p:cNvPr id="309" name="Google Shape;309;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10" name="Google Shape;310;p4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1" name="Google Shape;311;p44"/>
          <p:cNvSpPr>
            <a:spLocks noGrp="1"/>
          </p:cNvSpPr>
          <p:nvPr>
            <p:ph type="pic" idx="2"/>
          </p:nvPr>
        </p:nvSpPr>
        <p:spPr>
          <a:xfrm>
            <a:off x="4992024" y="1152775"/>
            <a:ext cx="3840300" cy="3416400"/>
          </a:xfrm>
          <a:prstGeom prst="rect">
            <a:avLst/>
          </a:prstGeom>
          <a:noFill/>
          <a:ln>
            <a:noFill/>
          </a:ln>
        </p:spPr>
      </p:sp>
      <p:sp>
        <p:nvSpPr>
          <p:cNvPr id="312" name="Google Shape;312;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big ideas">
  <p:cSld name="CUSTOM_1_2">
    <p:spTree>
      <p:nvGrpSpPr>
        <p:cNvPr id="1" name="Shape 313"/>
        <p:cNvGrpSpPr/>
        <p:nvPr/>
      </p:nvGrpSpPr>
      <p:grpSpPr>
        <a:xfrm>
          <a:off x="0" y="0"/>
          <a:ext cx="0" cy="0"/>
          <a:chOff x="0" y="0"/>
          <a:chExt cx="0" cy="0"/>
        </a:xfrm>
      </p:grpSpPr>
      <p:sp>
        <p:nvSpPr>
          <p:cNvPr id="314" name="Google Shape;314;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5" name="Google Shape;315;p4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16" name="Google Shape;316;p4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7" name="Google Shape;317;p4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8" name="Google Shape;318;p4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9" name="Google Shape;319;p4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320"/>
        <p:cNvGrpSpPr/>
        <p:nvPr/>
      </p:nvGrpSpPr>
      <p:grpSpPr>
        <a:xfrm>
          <a:off x="0" y="0"/>
          <a:ext cx="0" cy="0"/>
          <a:chOff x="0" y="0"/>
          <a:chExt cx="0" cy="0"/>
        </a:xfrm>
      </p:grpSpPr>
      <p:sp>
        <p:nvSpPr>
          <p:cNvPr id="321" name="Google Shape;321;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2" name="Google Shape;322;p4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3" name="Google Shape;323;p4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4" name="Google Shape;324;p46"/>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5" name="Google Shape;325;p4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26" name="Google Shape;326;p46"/>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7" name="Google Shape;327;p46"/>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8" name="Google Shape;328;p46"/>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329"/>
        <p:cNvGrpSpPr/>
        <p:nvPr/>
      </p:nvGrpSpPr>
      <p:grpSpPr>
        <a:xfrm>
          <a:off x="0" y="0"/>
          <a:ext cx="0" cy="0"/>
          <a:chOff x="0" y="0"/>
          <a:chExt cx="0" cy="0"/>
        </a:xfrm>
      </p:grpSpPr>
      <p:sp>
        <p:nvSpPr>
          <p:cNvPr id="330" name="Google Shape;330;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1" name="Google Shape;331;p4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2" name="Google Shape;332;p4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3" name="Google Shape;333;p4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4" name="Google Shape;334;p4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5" name="Google Shape;335;p4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36" name="Google Shape;336;p4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7" name="Google Shape;337;p4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8" name="Google Shape;338;p4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9" name="Google Shape;339;p4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340"/>
        <p:cNvGrpSpPr/>
        <p:nvPr/>
      </p:nvGrpSpPr>
      <p:grpSpPr>
        <a:xfrm>
          <a:off x="0" y="0"/>
          <a:ext cx="0" cy="0"/>
          <a:chOff x="0" y="0"/>
          <a:chExt cx="0" cy="0"/>
        </a:xfrm>
      </p:grpSpPr>
      <p:sp>
        <p:nvSpPr>
          <p:cNvPr id="341" name="Google Shape;341;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42" name="Google Shape;342;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43" name="Google Shape;343;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344"/>
        <p:cNvGrpSpPr/>
        <p:nvPr/>
      </p:nvGrpSpPr>
      <p:grpSpPr>
        <a:xfrm>
          <a:off x="0" y="0"/>
          <a:ext cx="0" cy="0"/>
          <a:chOff x="0" y="0"/>
          <a:chExt cx="0" cy="0"/>
        </a:xfrm>
      </p:grpSpPr>
      <p:sp>
        <p:nvSpPr>
          <p:cNvPr id="345" name="Google Shape;345;p4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6" name="Google Shape;346;p49"/>
          <p:cNvSpPr>
            <a:spLocks noGrp="1"/>
          </p:cNvSpPr>
          <p:nvPr>
            <p:ph type="pic" idx="2"/>
          </p:nvPr>
        </p:nvSpPr>
        <p:spPr>
          <a:xfrm>
            <a:off x="4804825" y="1133300"/>
            <a:ext cx="4027500" cy="2392800"/>
          </a:xfrm>
          <a:prstGeom prst="rect">
            <a:avLst/>
          </a:prstGeom>
          <a:noFill/>
          <a:ln>
            <a:noFill/>
          </a:ln>
        </p:spPr>
      </p:sp>
      <p:sp>
        <p:nvSpPr>
          <p:cNvPr id="347" name="Google Shape;347;p49"/>
          <p:cNvSpPr>
            <a:spLocks noGrp="1"/>
          </p:cNvSpPr>
          <p:nvPr>
            <p:ph type="pic" idx="3"/>
          </p:nvPr>
        </p:nvSpPr>
        <p:spPr>
          <a:xfrm>
            <a:off x="311725" y="1133300"/>
            <a:ext cx="4027500" cy="2392800"/>
          </a:xfrm>
          <a:prstGeom prst="rect">
            <a:avLst/>
          </a:prstGeom>
          <a:noFill/>
          <a:ln>
            <a:noFill/>
          </a:ln>
        </p:spPr>
      </p:sp>
      <p:sp>
        <p:nvSpPr>
          <p:cNvPr id="348" name="Google Shape;348;p4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9" name="Google Shape;349;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50" name="Google Shape;350;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51" name="Google Shape;351;p4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52" name="Google Shape;352;p4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353"/>
        <p:cNvGrpSpPr/>
        <p:nvPr/>
      </p:nvGrpSpPr>
      <p:grpSpPr>
        <a:xfrm>
          <a:off x="0" y="0"/>
          <a:ext cx="0" cy="0"/>
          <a:chOff x="0" y="0"/>
          <a:chExt cx="0" cy="0"/>
        </a:xfrm>
      </p:grpSpPr>
      <p:sp>
        <p:nvSpPr>
          <p:cNvPr id="354" name="Google Shape;354;p5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5" name="Google Shape;355;p50"/>
          <p:cNvSpPr>
            <a:spLocks noGrp="1"/>
          </p:cNvSpPr>
          <p:nvPr>
            <p:ph type="pic" idx="2"/>
          </p:nvPr>
        </p:nvSpPr>
        <p:spPr>
          <a:xfrm>
            <a:off x="6205225" y="1128325"/>
            <a:ext cx="2627100" cy="2273100"/>
          </a:xfrm>
          <a:prstGeom prst="rect">
            <a:avLst/>
          </a:prstGeom>
          <a:noFill/>
          <a:ln>
            <a:noFill/>
          </a:ln>
        </p:spPr>
      </p:sp>
      <p:sp>
        <p:nvSpPr>
          <p:cNvPr id="356" name="Google Shape;356;p50"/>
          <p:cNvSpPr>
            <a:spLocks noGrp="1"/>
          </p:cNvSpPr>
          <p:nvPr>
            <p:ph type="pic" idx="3"/>
          </p:nvPr>
        </p:nvSpPr>
        <p:spPr>
          <a:xfrm>
            <a:off x="311725" y="1128325"/>
            <a:ext cx="2627100" cy="2273100"/>
          </a:xfrm>
          <a:prstGeom prst="rect">
            <a:avLst/>
          </a:prstGeom>
          <a:noFill/>
          <a:ln>
            <a:noFill/>
          </a:ln>
        </p:spPr>
      </p:sp>
      <p:sp>
        <p:nvSpPr>
          <p:cNvPr id="357" name="Google Shape;357;p5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8" name="Google Shape;358;p50"/>
          <p:cNvSpPr>
            <a:spLocks noGrp="1"/>
          </p:cNvSpPr>
          <p:nvPr>
            <p:ph type="pic" idx="5"/>
          </p:nvPr>
        </p:nvSpPr>
        <p:spPr>
          <a:xfrm>
            <a:off x="3255250" y="1128325"/>
            <a:ext cx="2627100" cy="2273100"/>
          </a:xfrm>
          <a:prstGeom prst="rect">
            <a:avLst/>
          </a:prstGeom>
          <a:noFill/>
          <a:ln>
            <a:noFill/>
          </a:ln>
        </p:spPr>
      </p:sp>
      <p:sp>
        <p:nvSpPr>
          <p:cNvPr id="359" name="Google Shape;359;p5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0" name="Google Shape;36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61" name="Google Shape;36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62" name="Google Shape;362;p5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63" name="Google Shape;363;p5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64" name="Google Shape;364;p5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365"/>
        <p:cNvGrpSpPr/>
        <p:nvPr/>
      </p:nvGrpSpPr>
      <p:grpSpPr>
        <a:xfrm>
          <a:off x="0" y="0"/>
          <a:ext cx="0" cy="0"/>
          <a:chOff x="0" y="0"/>
          <a:chExt cx="0" cy="0"/>
        </a:xfrm>
      </p:grpSpPr>
      <p:sp>
        <p:nvSpPr>
          <p:cNvPr id="366" name="Google Shape;366;p51"/>
          <p:cNvSpPr>
            <a:spLocks noGrp="1"/>
          </p:cNvSpPr>
          <p:nvPr>
            <p:ph type="pic" idx="2"/>
          </p:nvPr>
        </p:nvSpPr>
        <p:spPr>
          <a:xfrm>
            <a:off x="311700" y="445025"/>
            <a:ext cx="8520600" cy="4218300"/>
          </a:xfrm>
          <a:prstGeom prst="rect">
            <a:avLst/>
          </a:prstGeom>
          <a:noFill/>
          <a:ln>
            <a:noFill/>
          </a:ln>
        </p:spPr>
      </p:sp>
      <p:sp>
        <p:nvSpPr>
          <p:cNvPr id="367" name="Google Shape;367;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368"/>
        <p:cNvGrpSpPr/>
        <p:nvPr/>
      </p:nvGrpSpPr>
      <p:grpSpPr>
        <a:xfrm>
          <a:off x="0" y="0"/>
          <a:ext cx="0" cy="0"/>
          <a:chOff x="0" y="0"/>
          <a:chExt cx="0" cy="0"/>
        </a:xfrm>
      </p:grpSpPr>
      <p:sp>
        <p:nvSpPr>
          <p:cNvPr id="369" name="Google Shape;369;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0" name="Google Shape;370;p52"/>
          <p:cNvSpPr>
            <a:spLocks noGrp="1"/>
          </p:cNvSpPr>
          <p:nvPr>
            <p:ph type="pic" idx="2"/>
          </p:nvPr>
        </p:nvSpPr>
        <p:spPr>
          <a:xfrm>
            <a:off x="3389600" y="118913"/>
            <a:ext cx="1643700" cy="1535100"/>
          </a:xfrm>
          <a:prstGeom prst="rect">
            <a:avLst/>
          </a:prstGeom>
          <a:noFill/>
          <a:ln>
            <a:noFill/>
          </a:ln>
        </p:spPr>
      </p:sp>
      <p:sp>
        <p:nvSpPr>
          <p:cNvPr id="371" name="Google Shape;371;p52"/>
          <p:cNvSpPr>
            <a:spLocks noGrp="1"/>
          </p:cNvSpPr>
          <p:nvPr>
            <p:ph type="pic" idx="3"/>
          </p:nvPr>
        </p:nvSpPr>
        <p:spPr>
          <a:xfrm>
            <a:off x="5195935" y="118913"/>
            <a:ext cx="1643700" cy="1535100"/>
          </a:xfrm>
          <a:prstGeom prst="rect">
            <a:avLst/>
          </a:prstGeom>
          <a:noFill/>
          <a:ln>
            <a:noFill/>
          </a:ln>
        </p:spPr>
      </p:sp>
      <p:sp>
        <p:nvSpPr>
          <p:cNvPr id="372" name="Google Shape;372;p52"/>
          <p:cNvSpPr>
            <a:spLocks noGrp="1"/>
          </p:cNvSpPr>
          <p:nvPr>
            <p:ph type="pic" idx="4"/>
          </p:nvPr>
        </p:nvSpPr>
        <p:spPr>
          <a:xfrm>
            <a:off x="7002270" y="118913"/>
            <a:ext cx="1643700" cy="1535100"/>
          </a:xfrm>
          <a:prstGeom prst="rect">
            <a:avLst/>
          </a:prstGeom>
          <a:noFill/>
          <a:ln>
            <a:noFill/>
          </a:ln>
        </p:spPr>
      </p:sp>
      <p:sp>
        <p:nvSpPr>
          <p:cNvPr id="373" name="Google Shape;373;p52"/>
          <p:cNvSpPr>
            <a:spLocks noGrp="1"/>
          </p:cNvSpPr>
          <p:nvPr>
            <p:ph type="pic" idx="5"/>
          </p:nvPr>
        </p:nvSpPr>
        <p:spPr>
          <a:xfrm>
            <a:off x="3389588" y="1804212"/>
            <a:ext cx="1643700" cy="1535100"/>
          </a:xfrm>
          <a:prstGeom prst="rect">
            <a:avLst/>
          </a:prstGeom>
          <a:noFill/>
          <a:ln>
            <a:noFill/>
          </a:ln>
        </p:spPr>
      </p:sp>
      <p:sp>
        <p:nvSpPr>
          <p:cNvPr id="374" name="Google Shape;374;p52"/>
          <p:cNvSpPr>
            <a:spLocks noGrp="1"/>
          </p:cNvSpPr>
          <p:nvPr>
            <p:ph type="pic" idx="6"/>
          </p:nvPr>
        </p:nvSpPr>
        <p:spPr>
          <a:xfrm>
            <a:off x="5195922" y="1804212"/>
            <a:ext cx="1643700" cy="1535100"/>
          </a:xfrm>
          <a:prstGeom prst="rect">
            <a:avLst/>
          </a:prstGeom>
          <a:noFill/>
          <a:ln>
            <a:noFill/>
          </a:ln>
        </p:spPr>
      </p:sp>
      <p:sp>
        <p:nvSpPr>
          <p:cNvPr id="375" name="Google Shape;375;p52"/>
          <p:cNvSpPr>
            <a:spLocks noGrp="1"/>
          </p:cNvSpPr>
          <p:nvPr>
            <p:ph type="pic" idx="7"/>
          </p:nvPr>
        </p:nvSpPr>
        <p:spPr>
          <a:xfrm>
            <a:off x="7002257" y="1804212"/>
            <a:ext cx="1643700" cy="1535100"/>
          </a:xfrm>
          <a:prstGeom prst="rect">
            <a:avLst/>
          </a:prstGeom>
          <a:noFill/>
          <a:ln>
            <a:noFill/>
          </a:ln>
        </p:spPr>
      </p:sp>
      <p:sp>
        <p:nvSpPr>
          <p:cNvPr id="376" name="Google Shape;376;p5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77" name="Google Shape;377;p52"/>
          <p:cNvSpPr>
            <a:spLocks noGrp="1"/>
          </p:cNvSpPr>
          <p:nvPr>
            <p:ph type="pic" idx="8"/>
          </p:nvPr>
        </p:nvSpPr>
        <p:spPr>
          <a:xfrm>
            <a:off x="3389588" y="3489487"/>
            <a:ext cx="1643700" cy="1535100"/>
          </a:xfrm>
          <a:prstGeom prst="rect">
            <a:avLst/>
          </a:prstGeom>
          <a:noFill/>
          <a:ln>
            <a:noFill/>
          </a:ln>
        </p:spPr>
      </p:sp>
      <p:sp>
        <p:nvSpPr>
          <p:cNvPr id="378" name="Google Shape;378;p52"/>
          <p:cNvSpPr>
            <a:spLocks noGrp="1"/>
          </p:cNvSpPr>
          <p:nvPr>
            <p:ph type="pic" idx="9"/>
          </p:nvPr>
        </p:nvSpPr>
        <p:spPr>
          <a:xfrm>
            <a:off x="5195922" y="3489487"/>
            <a:ext cx="1643700" cy="1535100"/>
          </a:xfrm>
          <a:prstGeom prst="rect">
            <a:avLst/>
          </a:prstGeom>
          <a:noFill/>
          <a:ln>
            <a:noFill/>
          </a:ln>
        </p:spPr>
      </p:sp>
      <p:sp>
        <p:nvSpPr>
          <p:cNvPr id="379" name="Google Shape;379;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308925" y="278025"/>
            <a:ext cx="4448400" cy="2965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4200"/>
              <a:buFont typeface="Inter"/>
              <a:buNone/>
              <a:defRPr sz="4200" b="1">
                <a:solidFill>
                  <a:schemeClr val="dk2"/>
                </a:solidFill>
                <a:latin typeface="Inter"/>
                <a:ea typeface="Inter"/>
                <a:cs typeface="Inter"/>
                <a:sym typeface="Inter"/>
              </a:defRPr>
            </a:lvl1pPr>
            <a:lvl2pPr lvl="1">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2pPr>
            <a:lvl3pPr lvl="2">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3pPr>
            <a:lvl4pPr lvl="3">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4pPr>
            <a:lvl5pPr lvl="4">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5pPr>
            <a:lvl6pPr lvl="5">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6pPr>
            <a:lvl7pPr lvl="6">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7pPr>
            <a:lvl8pPr lvl="7">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8pPr>
            <a:lvl9pPr lvl="8">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9pPr>
          </a:lstStyle>
          <a:p>
            <a:endParaRPr/>
          </a:p>
        </p:txBody>
      </p:sp>
      <p:sp>
        <p:nvSpPr>
          <p:cNvPr id="53" name="Google Shape;53;p13"/>
          <p:cNvSpPr txBox="1">
            <a:spLocks noGrp="1"/>
          </p:cNvSpPr>
          <p:nvPr>
            <p:ph type="body" idx="1"/>
          </p:nvPr>
        </p:nvSpPr>
        <p:spPr>
          <a:xfrm>
            <a:off x="4613175" y="278025"/>
            <a:ext cx="2965500" cy="29655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1pPr>
            <a:lvl2pPr marL="914400" lvl="1"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348163" y="1369320"/>
            <a:ext cx="4324800" cy="173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800"/>
              <a:t>Course Recommendation</a:t>
            </a:r>
            <a:endParaRPr sz="3800"/>
          </a:p>
          <a:p>
            <a:pPr marL="0" lvl="0" indent="0" algn="l" rtl="0">
              <a:spcBef>
                <a:spcPts val="0"/>
              </a:spcBef>
              <a:spcAft>
                <a:spcPts val="0"/>
              </a:spcAft>
              <a:buNone/>
            </a:pPr>
            <a:r>
              <a:rPr lang="en" sz="3800"/>
              <a:t>System</a:t>
            </a:r>
            <a:endParaRPr sz="3800"/>
          </a:p>
          <a:p>
            <a:pPr marL="0" lvl="0" indent="0" algn="l" rtl="0">
              <a:spcBef>
                <a:spcPts val="0"/>
              </a:spcBef>
              <a:spcAft>
                <a:spcPts val="0"/>
              </a:spcAft>
              <a:buNone/>
            </a:pPr>
            <a:endParaRPr sz="4400"/>
          </a:p>
        </p:txBody>
      </p:sp>
      <p:sp>
        <p:nvSpPr>
          <p:cNvPr id="385" name="Google Shape;385;p53"/>
          <p:cNvSpPr txBox="1">
            <a:spLocks noGrp="1"/>
          </p:cNvSpPr>
          <p:nvPr>
            <p:ph type="title" idx="2"/>
          </p:nvPr>
        </p:nvSpPr>
        <p:spPr>
          <a:xfrm>
            <a:off x="349437" y="2993096"/>
            <a:ext cx="4036500" cy="1078800"/>
          </a:xfrm>
          <a:prstGeom prst="rect">
            <a:avLst/>
          </a:prstGeom>
        </p:spPr>
        <p:txBody>
          <a:bodyPr spcFirstLastPara="1" wrap="square" lIns="91425" tIns="91425" rIns="91425" bIns="91425" anchor="t" anchorCtr="0">
            <a:noAutofit/>
          </a:bodyPr>
          <a:lstStyle/>
          <a:p>
            <a:r>
              <a:rPr lang="en" sz="1300"/>
              <a:t>Jiaxin Su</a:t>
            </a:r>
            <a:endParaRPr lang="en-US"/>
          </a:p>
          <a:p>
            <a:pPr marL="0" lvl="0" indent="0" algn="l" rtl="0">
              <a:spcBef>
                <a:spcPts val="0"/>
              </a:spcBef>
              <a:spcAft>
                <a:spcPts val="0"/>
              </a:spcAft>
              <a:buNone/>
            </a:pPr>
            <a:r>
              <a:rPr lang="en" sz="1500"/>
              <a:t>03/20/2026</a:t>
            </a:r>
            <a:endParaRPr sz="1500"/>
          </a:p>
        </p:txBody>
      </p:sp>
      <p:sp>
        <p:nvSpPr>
          <p:cNvPr id="387" name="Google Shape;387;p53"/>
          <p:cNvSpPr/>
          <p:nvPr/>
        </p:nvSpPr>
        <p:spPr>
          <a:xfrm>
            <a:off x="502075" y="4630275"/>
            <a:ext cx="2097600" cy="4239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388" name="Google Shape;388;p53" title="Screenshot (3165).png"/>
          <p:cNvPicPr preferRelativeResize="0"/>
          <p:nvPr/>
        </p:nvPicPr>
        <p:blipFill>
          <a:blip r:embed="rId3">
            <a:alphaModFix/>
          </a:blip>
          <a:stretch>
            <a:fillRect/>
          </a:stretch>
        </p:blipFill>
        <p:spPr>
          <a:xfrm>
            <a:off x="5005964" y="2857738"/>
            <a:ext cx="3765699" cy="1893326"/>
          </a:xfrm>
          <a:prstGeom prst="rect">
            <a:avLst/>
          </a:prstGeom>
          <a:noFill/>
          <a:ln>
            <a:noFill/>
          </a:ln>
        </p:spPr>
      </p:pic>
      <p:pic>
        <p:nvPicPr>
          <p:cNvPr id="3" name="Picture 2" descr="Students study in university or college lecture hall Students study in university or college lecture hall vector illustration. Cartoon lecturer teacher or professor teaching young characters, sitting in classroom, education training seminar background university lecture stock illustrations">
            <a:extLst>
              <a:ext uri="{FF2B5EF4-FFF2-40B4-BE49-F238E27FC236}">
                <a16:creationId xmlns:a16="http://schemas.microsoft.com/office/drawing/2014/main" id="{A2EE01DA-AE88-4EA5-8EA2-0FD0AEAE5B0E}"/>
              </a:ext>
            </a:extLst>
          </p:cNvPr>
          <p:cNvPicPr>
            <a:picLocks noChangeAspect="1"/>
          </p:cNvPicPr>
          <p:nvPr/>
        </p:nvPicPr>
        <p:blipFill>
          <a:blip r:embed="rId4"/>
          <a:stretch>
            <a:fillRect/>
          </a:stretch>
        </p:blipFill>
        <p:spPr>
          <a:xfrm>
            <a:off x="5006509" y="635095"/>
            <a:ext cx="3757611" cy="21167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4"/>
          <p:cNvSpPr/>
          <p:nvPr/>
        </p:nvSpPr>
        <p:spPr>
          <a:xfrm>
            <a:off x="433750" y="46411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395" name="Google Shape;395;p54"/>
          <p:cNvSpPr txBox="1">
            <a:spLocks noGrp="1"/>
          </p:cNvSpPr>
          <p:nvPr>
            <p:ph type="title"/>
          </p:nvPr>
        </p:nvSpPr>
        <p:spPr>
          <a:xfrm>
            <a:off x="180650" y="1017100"/>
            <a:ext cx="5791800" cy="2655300"/>
          </a:xfrm>
          <a:prstGeom prst="rect">
            <a:avLst/>
          </a:prstGeom>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rgbClr val="000000"/>
              </a:buClr>
              <a:buSzPts val="1300"/>
              <a:buFont typeface="Arial"/>
              <a:buChar char="●"/>
            </a:pPr>
            <a:r>
              <a:rPr lang="en" sz="1300" b="0">
                <a:solidFill>
                  <a:srgbClr val="000000"/>
                </a:solidFill>
                <a:latin typeface="Arial"/>
                <a:ea typeface="Arial"/>
                <a:cs typeface="Arial"/>
                <a:sym typeface="Arial"/>
              </a:rPr>
              <a:t>UCSB offers a liberal arts education</a:t>
            </a:r>
            <a:endParaRPr sz="1300" b="0">
              <a:solidFill>
                <a:srgbClr val="000000"/>
              </a:solidFill>
              <a:latin typeface="Arial"/>
              <a:ea typeface="Arial"/>
              <a:cs typeface="Arial"/>
              <a:sym typeface="Arial"/>
            </a:endParaRPr>
          </a:p>
          <a:p>
            <a:pPr marL="914400" lvl="1" indent="-311150" algn="l" rtl="0">
              <a:lnSpc>
                <a:spcPct val="115000"/>
              </a:lnSpc>
              <a:spcBef>
                <a:spcPts val="0"/>
              </a:spcBef>
              <a:spcAft>
                <a:spcPts val="0"/>
              </a:spcAft>
              <a:buClr>
                <a:srgbClr val="000000"/>
              </a:buClr>
              <a:buSzPts val="1300"/>
              <a:buFont typeface="Arial"/>
              <a:buChar char="○"/>
            </a:pPr>
            <a:r>
              <a:rPr lang="en" sz="1300" b="0">
                <a:solidFill>
                  <a:srgbClr val="000000"/>
                </a:solidFill>
                <a:latin typeface="Arial"/>
                <a:ea typeface="Arial"/>
                <a:cs typeface="Arial"/>
                <a:sym typeface="Arial"/>
              </a:rPr>
              <a:t> Vast variety to courses in different subjects.</a:t>
            </a:r>
            <a:endParaRPr sz="1300" b="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sz="1300" b="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sz="1300" b="0">
                <a:solidFill>
                  <a:srgbClr val="000000"/>
                </a:solidFill>
                <a:latin typeface="Arial"/>
                <a:ea typeface="Arial"/>
                <a:cs typeface="Arial"/>
                <a:sym typeface="Arial"/>
              </a:rPr>
              <a:t>No official way for students to get tailored list of courses that match their interest outside of their major.</a:t>
            </a:r>
            <a:endParaRPr sz="1300" b="0">
              <a:solidFill>
                <a:srgbClr val="000000"/>
              </a:solidFill>
              <a:latin typeface="Arial"/>
              <a:ea typeface="Arial"/>
              <a:cs typeface="Arial"/>
              <a:sym typeface="Arial"/>
            </a:endParaRPr>
          </a:p>
          <a:p>
            <a:pPr marL="914400" lvl="1" indent="-311150" algn="l" rtl="0">
              <a:lnSpc>
                <a:spcPct val="115000"/>
              </a:lnSpc>
              <a:spcBef>
                <a:spcPts val="0"/>
              </a:spcBef>
              <a:spcAft>
                <a:spcPts val="0"/>
              </a:spcAft>
              <a:buClr>
                <a:srgbClr val="000000"/>
              </a:buClr>
              <a:buSzPts val="1300"/>
              <a:buFont typeface="Arial"/>
              <a:buChar char="○"/>
            </a:pPr>
            <a:r>
              <a:rPr lang="en" sz="1300" b="0">
                <a:solidFill>
                  <a:srgbClr val="000000"/>
                </a:solidFill>
                <a:latin typeface="Arial"/>
                <a:ea typeface="Arial"/>
                <a:cs typeface="Arial"/>
                <a:sym typeface="Arial"/>
              </a:rPr>
              <a:t>besides friends or Reddit</a:t>
            </a:r>
            <a:endParaRPr sz="1300" b="0">
              <a:solidFill>
                <a:srgbClr val="000000"/>
              </a:solidFill>
              <a:latin typeface="Arial"/>
              <a:ea typeface="Arial"/>
              <a:cs typeface="Arial"/>
              <a:sym typeface="Arial"/>
            </a:endParaRPr>
          </a:p>
          <a:p>
            <a:pPr marL="457200" lvl="0" indent="0" algn="l" rtl="0">
              <a:lnSpc>
                <a:spcPct val="115000"/>
              </a:lnSpc>
              <a:spcBef>
                <a:spcPts val="0"/>
              </a:spcBef>
              <a:spcAft>
                <a:spcPts val="0"/>
              </a:spcAft>
              <a:buNone/>
            </a:pPr>
            <a:endParaRPr sz="1300" b="0">
              <a:solidFill>
                <a:srgbClr val="000000"/>
              </a:solidFill>
              <a:latin typeface="Arial"/>
              <a:ea typeface="Arial"/>
              <a:cs typeface="Arial"/>
              <a:sym typeface="Arial"/>
            </a:endParaRPr>
          </a:p>
          <a:p>
            <a:pPr marL="457200" indent="-311150">
              <a:lnSpc>
                <a:spcPct val="115000"/>
              </a:lnSpc>
              <a:spcBef>
                <a:spcPts val="1200"/>
              </a:spcBef>
              <a:buClr>
                <a:srgbClr val="000000"/>
              </a:buClr>
              <a:buSzPts val="1300"/>
              <a:buFont typeface="Arial"/>
              <a:buChar char="●"/>
            </a:pPr>
            <a:r>
              <a:rPr lang="en" sz="1300" dirty="0">
                <a:solidFill>
                  <a:srgbClr val="000000"/>
                </a:solidFill>
                <a:latin typeface="Arial"/>
                <a:ea typeface="Arial"/>
                <a:cs typeface="Arial"/>
                <a:sym typeface="Arial"/>
              </a:rPr>
              <a:t>Goal</a:t>
            </a:r>
            <a:r>
              <a:rPr lang="en" sz="1300" b="0" dirty="0">
                <a:solidFill>
                  <a:srgbClr val="000000"/>
                </a:solidFill>
                <a:latin typeface="Arial"/>
                <a:ea typeface="Arial"/>
                <a:cs typeface="Arial"/>
                <a:sym typeface="Arial"/>
              </a:rPr>
              <a:t>: Help with course searching by creating a course recommendation system that recommend UCSB courses to students based on their interests. Offer </a:t>
            </a:r>
            <a:r>
              <a:rPr lang="en" sz="1300" b="0">
                <a:solidFill>
                  <a:srgbClr val="000000"/>
                </a:solidFill>
                <a:latin typeface="Arial"/>
                <a:ea typeface="Arial"/>
                <a:cs typeface="Arial"/>
                <a:sym typeface="Arial"/>
              </a:rPr>
              <a:t>explanation for recommended courses through LLM</a:t>
            </a:r>
            <a:endParaRPr lang="en" sz="1300" b="0" dirty="0">
              <a:solidFill>
                <a:srgbClr val="000000"/>
              </a:solidFill>
              <a:latin typeface="Arial"/>
              <a:ea typeface="Lexend"/>
              <a:cs typeface="Arial"/>
            </a:endParaRPr>
          </a:p>
        </p:txBody>
      </p:sp>
      <p:sp>
        <p:nvSpPr>
          <p:cNvPr id="396" name="Google Shape;396;p54"/>
          <p:cNvSpPr txBox="1"/>
          <p:nvPr/>
        </p:nvSpPr>
        <p:spPr>
          <a:xfrm>
            <a:off x="433750" y="299450"/>
            <a:ext cx="1788000" cy="5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chemeClr val="dk2"/>
                </a:solidFill>
                <a:latin typeface="Roboto"/>
                <a:ea typeface="Roboto"/>
                <a:cs typeface="Roboto"/>
                <a:sym typeface="Roboto"/>
              </a:rPr>
              <a:t>Problem</a:t>
            </a:r>
            <a:endParaRPr sz="2800" b="1">
              <a:solidFill>
                <a:schemeClr val="dk2"/>
              </a:solidFill>
              <a:latin typeface="Roboto"/>
              <a:ea typeface="Roboto"/>
              <a:cs typeface="Roboto"/>
              <a:sym typeface="Roboto"/>
            </a:endParaRPr>
          </a:p>
        </p:txBody>
      </p:sp>
      <p:pic>
        <p:nvPicPr>
          <p:cNvPr id="397" name="Google Shape;397;p54"/>
          <p:cNvPicPr preferRelativeResize="0"/>
          <p:nvPr/>
        </p:nvPicPr>
        <p:blipFill>
          <a:blip r:embed="rId3">
            <a:alphaModFix/>
          </a:blip>
          <a:stretch>
            <a:fillRect/>
          </a:stretch>
        </p:blipFill>
        <p:spPr>
          <a:xfrm>
            <a:off x="6064989" y="72050"/>
            <a:ext cx="2469011" cy="1629425"/>
          </a:xfrm>
          <a:prstGeom prst="rect">
            <a:avLst/>
          </a:prstGeom>
          <a:noFill/>
          <a:ln>
            <a:noFill/>
          </a:ln>
        </p:spPr>
      </p:pic>
      <p:cxnSp>
        <p:nvCxnSpPr>
          <p:cNvPr id="398" name="Google Shape;398;p54"/>
          <p:cNvCxnSpPr/>
          <p:nvPr/>
        </p:nvCxnSpPr>
        <p:spPr>
          <a:xfrm>
            <a:off x="5184650" y="1347600"/>
            <a:ext cx="787800" cy="20100"/>
          </a:xfrm>
          <a:prstGeom prst="straightConnector1">
            <a:avLst/>
          </a:prstGeom>
          <a:noFill/>
          <a:ln w="9525" cap="flat" cmpd="sng">
            <a:solidFill>
              <a:srgbClr val="FF0000"/>
            </a:solidFill>
            <a:prstDash val="solid"/>
            <a:round/>
            <a:headEnd type="none" w="med" len="med"/>
            <a:tailEnd type="triangle" w="med" len="med"/>
          </a:ln>
        </p:spPr>
      </p:cxnSp>
      <p:pic>
        <p:nvPicPr>
          <p:cNvPr id="399" name="Google Shape;399;p54"/>
          <p:cNvPicPr preferRelativeResize="0"/>
          <p:nvPr/>
        </p:nvPicPr>
        <p:blipFill rotWithShape="1">
          <a:blip r:embed="rId4">
            <a:alphaModFix/>
          </a:blip>
          <a:srcRect t="14809" b="-9256"/>
          <a:stretch/>
        </p:blipFill>
        <p:spPr>
          <a:xfrm>
            <a:off x="6384400" y="1792475"/>
            <a:ext cx="1638950" cy="3351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3">
          <a:extLst>
            <a:ext uri="{FF2B5EF4-FFF2-40B4-BE49-F238E27FC236}">
              <a16:creationId xmlns:a16="http://schemas.microsoft.com/office/drawing/2014/main" id="{DA42B4A3-D4FE-7758-5540-C299156BB267}"/>
            </a:ext>
          </a:extLst>
        </p:cNvPr>
        <p:cNvGrpSpPr/>
        <p:nvPr/>
      </p:nvGrpSpPr>
      <p:grpSpPr>
        <a:xfrm>
          <a:off x="0" y="0"/>
          <a:ext cx="0" cy="0"/>
          <a:chOff x="0" y="0"/>
          <a:chExt cx="0" cy="0"/>
        </a:xfrm>
      </p:grpSpPr>
      <p:sp>
        <p:nvSpPr>
          <p:cNvPr id="394" name="Google Shape;394;p54">
            <a:extLst>
              <a:ext uri="{FF2B5EF4-FFF2-40B4-BE49-F238E27FC236}">
                <a16:creationId xmlns:a16="http://schemas.microsoft.com/office/drawing/2014/main" id="{8FC845F2-AE85-C09A-CE69-DC901B26E0CA}"/>
              </a:ext>
            </a:extLst>
          </p:cNvPr>
          <p:cNvSpPr/>
          <p:nvPr/>
        </p:nvSpPr>
        <p:spPr>
          <a:xfrm>
            <a:off x="433750" y="46411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395" name="Google Shape;395;p54">
            <a:extLst>
              <a:ext uri="{FF2B5EF4-FFF2-40B4-BE49-F238E27FC236}">
                <a16:creationId xmlns:a16="http://schemas.microsoft.com/office/drawing/2014/main" id="{8A088A50-7FDB-3F8F-1D01-461E9F57422F}"/>
              </a:ext>
            </a:extLst>
          </p:cNvPr>
          <p:cNvSpPr txBox="1">
            <a:spLocks noGrp="1"/>
          </p:cNvSpPr>
          <p:nvPr>
            <p:ph type="title"/>
          </p:nvPr>
        </p:nvSpPr>
        <p:spPr>
          <a:xfrm>
            <a:off x="180650" y="1017100"/>
            <a:ext cx="6957066" cy="2655300"/>
          </a:xfrm>
          <a:prstGeom prst="rect">
            <a:avLst/>
          </a:prstGeom>
        </p:spPr>
        <p:txBody>
          <a:bodyPr spcFirstLastPara="1" wrap="square" lIns="91425" tIns="91425" rIns="91425" bIns="91425" anchor="t" anchorCtr="0">
            <a:noAutofit/>
          </a:bodyPr>
          <a:lstStyle/>
          <a:p>
            <a:pPr marL="457200" indent="-311150">
              <a:lnSpc>
                <a:spcPct val="114999"/>
              </a:lnSpc>
              <a:buClr>
                <a:srgbClr val="000000"/>
              </a:buClr>
              <a:buSzPts val="1300"/>
              <a:buFont typeface="Arial"/>
              <a:buChar char="●"/>
            </a:pPr>
            <a:r>
              <a:rPr lang="en" sz="1300" b="0">
                <a:solidFill>
                  <a:srgbClr val="000000"/>
                </a:solidFill>
                <a:latin typeface="Roboto"/>
                <a:ea typeface="Roboto"/>
                <a:cs typeface="Roboto"/>
                <a:sym typeface="Arial"/>
              </a:rPr>
              <a:t>The course description dataset and the underlying BM25 retrieval framework were first developed by me about a year ago and later extended for this project.</a:t>
            </a:r>
            <a:endParaRPr lang="en-US" sz="1300" b="0">
              <a:solidFill>
                <a:srgbClr val="000000"/>
              </a:solidFill>
              <a:latin typeface="Roboto"/>
              <a:ea typeface="Roboto"/>
              <a:cs typeface="Roboto"/>
            </a:endParaRPr>
          </a:p>
          <a:p>
            <a:pPr marL="457200" indent="-311150">
              <a:lnSpc>
                <a:spcPct val="115000"/>
              </a:lnSpc>
              <a:spcBef>
                <a:spcPts val="1200"/>
              </a:spcBef>
              <a:buClr>
                <a:srgbClr val="000000"/>
              </a:buClr>
              <a:buSzPts val="1300"/>
              <a:buFont typeface="Arial"/>
              <a:buChar char="●"/>
            </a:pPr>
            <a:r>
              <a:rPr lang="en" sz="1300" dirty="0">
                <a:solidFill>
                  <a:srgbClr val="000000"/>
                </a:solidFill>
                <a:latin typeface="Roboto"/>
                <a:ea typeface="Roboto"/>
                <a:cs typeface="Roboto"/>
                <a:sym typeface="Arial"/>
              </a:rPr>
              <a:t>Contribution</a:t>
            </a:r>
            <a:r>
              <a:rPr lang="en" sz="1300" b="0" dirty="0">
                <a:solidFill>
                  <a:srgbClr val="000000"/>
                </a:solidFill>
                <a:latin typeface="Roboto"/>
                <a:ea typeface="Roboto"/>
                <a:cs typeface="Roboto"/>
                <a:sym typeface="Arial"/>
              </a:rPr>
              <a:t>: designed the weighted student-profile matching logic, added filtering rules to improve recommendation quality, and incorporated an LLM-based reranking and explanation layer to make final recommendation more </a:t>
            </a:r>
            <a:r>
              <a:rPr lang="en" sz="1300" b="0">
                <a:solidFill>
                  <a:srgbClr val="000000"/>
                </a:solidFill>
                <a:latin typeface="Roboto"/>
                <a:ea typeface="Roboto"/>
                <a:cs typeface="Roboto"/>
                <a:sym typeface="Arial"/>
              </a:rPr>
              <a:t>interpretable</a:t>
            </a:r>
            <a:endParaRPr sz="2000">
              <a:latin typeface="Roboto"/>
              <a:ea typeface="Roboto"/>
              <a:cs typeface="Roboto"/>
            </a:endParaRPr>
          </a:p>
        </p:txBody>
      </p:sp>
      <p:sp>
        <p:nvSpPr>
          <p:cNvPr id="396" name="Google Shape;396;p54">
            <a:extLst>
              <a:ext uri="{FF2B5EF4-FFF2-40B4-BE49-F238E27FC236}">
                <a16:creationId xmlns:a16="http://schemas.microsoft.com/office/drawing/2014/main" id="{BFA771C3-FF56-82C9-B7EE-F2554A05392B}"/>
              </a:ext>
            </a:extLst>
          </p:cNvPr>
          <p:cNvSpPr txBox="1"/>
          <p:nvPr/>
        </p:nvSpPr>
        <p:spPr>
          <a:xfrm>
            <a:off x="433750" y="299450"/>
            <a:ext cx="6063116" cy="574800"/>
          </a:xfrm>
          <a:prstGeom prst="rect">
            <a:avLst/>
          </a:prstGeom>
          <a:noFill/>
          <a:ln>
            <a:noFill/>
          </a:ln>
        </p:spPr>
        <p:txBody>
          <a:bodyPr spcFirstLastPara="1" wrap="square" lIns="91425" tIns="91425" rIns="91425" bIns="91425" anchor="t" anchorCtr="0">
            <a:noAutofit/>
          </a:bodyPr>
          <a:lstStyle/>
          <a:p>
            <a:r>
              <a:rPr lang="en" sz="2800" b="1">
                <a:solidFill>
                  <a:schemeClr val="dk2"/>
                </a:solidFill>
                <a:latin typeface="Roboto"/>
                <a:ea typeface="Roboto"/>
                <a:cs typeface="Roboto"/>
                <a:sym typeface="Roboto"/>
              </a:rPr>
              <a:t>Existing Work and Contribution</a:t>
            </a:r>
            <a:endParaRPr lang="en-US"/>
          </a:p>
        </p:txBody>
      </p:sp>
    </p:spTree>
    <p:extLst>
      <p:ext uri="{BB962C8B-B14F-4D97-AF65-F5344CB8AC3E}">
        <p14:creationId xmlns:p14="http://schemas.microsoft.com/office/powerpoint/2010/main" val="4127351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5"/>
          <p:cNvSpPr txBox="1">
            <a:spLocks noGrp="1"/>
          </p:cNvSpPr>
          <p:nvPr>
            <p:ph type="title"/>
          </p:nvPr>
        </p:nvSpPr>
        <p:spPr>
          <a:xfrm>
            <a:off x="200025" y="254775"/>
            <a:ext cx="4078200" cy="63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API and Courses Data</a:t>
            </a:r>
            <a:endParaRPr sz="2800"/>
          </a:p>
        </p:txBody>
      </p:sp>
      <p:sp>
        <p:nvSpPr>
          <p:cNvPr id="405" name="Google Shape;405;p55"/>
          <p:cNvSpPr txBox="1">
            <a:spLocks noGrp="1"/>
          </p:cNvSpPr>
          <p:nvPr>
            <p:ph type="body" idx="1"/>
          </p:nvPr>
        </p:nvSpPr>
        <p:spPr>
          <a:xfrm>
            <a:off x="0" y="2073900"/>
            <a:ext cx="5770200" cy="1967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Font typeface="Roboto"/>
              <a:buChar char="●"/>
            </a:pPr>
            <a:r>
              <a:rPr lang="en" sz="1300">
                <a:latin typeface="Roboto"/>
                <a:ea typeface="Roboto"/>
                <a:cs typeface="Roboto"/>
                <a:sym typeface="Roboto"/>
              </a:rPr>
              <a:t>Fall 2024 Course Data</a:t>
            </a:r>
            <a:endParaRPr sz="1300">
              <a:latin typeface="Roboto"/>
              <a:ea typeface="Roboto"/>
              <a:cs typeface="Roboto"/>
              <a:sym typeface="Roboto"/>
            </a:endParaRPr>
          </a:p>
          <a:p>
            <a:pPr marL="914400" lvl="1" indent="-311150" algn="l" rtl="0">
              <a:spcBef>
                <a:spcPts val="0"/>
              </a:spcBef>
              <a:spcAft>
                <a:spcPts val="0"/>
              </a:spcAft>
              <a:buSzPts val="1300"/>
              <a:buFont typeface="Roboto"/>
              <a:buChar char="○"/>
            </a:pPr>
            <a:r>
              <a:rPr lang="en" sz="1300">
                <a:solidFill>
                  <a:srgbClr val="212529"/>
                </a:solidFill>
                <a:latin typeface="Roboto"/>
                <a:ea typeface="Roboto"/>
                <a:cs typeface="Roboto"/>
                <a:sym typeface="Roboto"/>
              </a:rPr>
              <a:t>the quarter, courseId, title, department code, course description, the subject area, course level,  which college, number of units, the instruction type, whether the course is online.</a:t>
            </a:r>
            <a:endParaRPr sz="1300">
              <a:solidFill>
                <a:srgbClr val="212529"/>
              </a:solidFill>
              <a:latin typeface="Roboto"/>
              <a:ea typeface="Roboto"/>
              <a:cs typeface="Roboto"/>
              <a:sym typeface="Roboto"/>
            </a:endParaRPr>
          </a:p>
          <a:p>
            <a:pPr marL="0" lvl="0" indent="0" algn="l" rtl="0">
              <a:spcBef>
                <a:spcPts val="0"/>
              </a:spcBef>
              <a:spcAft>
                <a:spcPts val="0"/>
              </a:spcAft>
              <a:buNone/>
            </a:pPr>
            <a:endParaRPr sz="1300">
              <a:solidFill>
                <a:srgbClr val="212529"/>
              </a:solidFill>
              <a:latin typeface="Roboto"/>
              <a:ea typeface="Roboto"/>
              <a:cs typeface="Roboto"/>
              <a:sym typeface="Roboto"/>
            </a:endParaRPr>
          </a:p>
          <a:p>
            <a:pPr marL="457200" lvl="0" indent="-311150" algn="l" rtl="0">
              <a:lnSpc>
                <a:spcPct val="115000"/>
              </a:lnSpc>
              <a:spcBef>
                <a:spcPts val="0"/>
              </a:spcBef>
              <a:spcAft>
                <a:spcPts val="0"/>
              </a:spcAft>
              <a:buClr>
                <a:srgbClr val="212529"/>
              </a:buClr>
              <a:buSzPts val="1300"/>
              <a:buFont typeface="Roboto"/>
              <a:buChar char="●"/>
            </a:pPr>
            <a:r>
              <a:rPr lang="en" sz="1300">
                <a:solidFill>
                  <a:srgbClr val="212529"/>
                </a:solidFill>
                <a:latin typeface="Roboto"/>
                <a:ea typeface="Roboto"/>
                <a:cs typeface="Roboto"/>
                <a:sym typeface="Roboto"/>
              </a:rPr>
              <a:t>Stored as a large dataframe .csv file.</a:t>
            </a:r>
            <a:endParaRPr sz="1300">
              <a:solidFill>
                <a:srgbClr val="212529"/>
              </a:solidFill>
              <a:latin typeface="Roboto"/>
              <a:ea typeface="Roboto"/>
              <a:cs typeface="Roboto"/>
              <a:sym typeface="Roboto"/>
            </a:endParaRPr>
          </a:p>
          <a:p>
            <a:pPr marL="0" lvl="0" indent="0" algn="l" rtl="0">
              <a:spcBef>
                <a:spcPts val="0"/>
              </a:spcBef>
              <a:spcAft>
                <a:spcPts val="0"/>
              </a:spcAft>
              <a:buNone/>
            </a:pPr>
            <a:endParaRPr sz="1300">
              <a:latin typeface="Roboto"/>
              <a:ea typeface="Roboto"/>
              <a:cs typeface="Roboto"/>
              <a:sym typeface="Roboto"/>
            </a:endParaRPr>
          </a:p>
        </p:txBody>
      </p:sp>
      <p:sp>
        <p:nvSpPr>
          <p:cNvPr id="406" name="Google Shape;406;p55"/>
          <p:cNvSpPr/>
          <p:nvPr/>
        </p:nvSpPr>
        <p:spPr>
          <a:xfrm>
            <a:off x="502075" y="46302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407" name="Google Shape;407;p55"/>
          <p:cNvPicPr preferRelativeResize="0"/>
          <p:nvPr/>
        </p:nvPicPr>
        <p:blipFill rotWithShape="1">
          <a:blip r:embed="rId3">
            <a:alphaModFix/>
          </a:blip>
          <a:srcRect r="1739"/>
          <a:stretch/>
        </p:blipFill>
        <p:spPr>
          <a:xfrm>
            <a:off x="241400" y="3638550"/>
            <a:ext cx="4864400" cy="1276350"/>
          </a:xfrm>
          <a:prstGeom prst="rect">
            <a:avLst/>
          </a:prstGeom>
          <a:noFill/>
          <a:ln>
            <a:noFill/>
          </a:ln>
        </p:spPr>
      </p:pic>
      <p:sp>
        <p:nvSpPr>
          <p:cNvPr id="408" name="Google Shape;408;p55"/>
          <p:cNvSpPr txBox="1"/>
          <p:nvPr/>
        </p:nvSpPr>
        <p:spPr>
          <a:xfrm>
            <a:off x="200025" y="819150"/>
            <a:ext cx="6210300" cy="11979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Academic Curriculum v3.0 API + key</a:t>
            </a:r>
            <a:endParaRPr sz="1300">
              <a:solidFill>
                <a:schemeClr val="dk2"/>
              </a:solidFill>
              <a:latin typeface="Roboto"/>
              <a:ea typeface="Roboto"/>
              <a:cs typeface="Roboto"/>
              <a:sym typeface="Roboto"/>
            </a:endParaRPr>
          </a:p>
          <a:p>
            <a:pPr marL="457200" lvl="0" indent="0" algn="l" rtl="0">
              <a:spcBef>
                <a:spcPts val="0"/>
              </a:spcBef>
              <a:spcAft>
                <a:spcPts val="0"/>
              </a:spcAft>
              <a:buNone/>
            </a:pPr>
            <a:endParaRPr sz="1300">
              <a:solidFill>
                <a:schemeClr val="dk2"/>
              </a:solidFill>
              <a:latin typeface="Roboto"/>
              <a:ea typeface="Roboto"/>
              <a:cs typeface="Roboto"/>
              <a:sym typeface="Roboto"/>
            </a:endParaRPr>
          </a:p>
          <a:p>
            <a:pPr marL="457200" lvl="0" indent="-317500" algn="l" rtl="0">
              <a:spcBef>
                <a:spcPts val="0"/>
              </a:spcBef>
              <a:spcAft>
                <a:spcPts val="0"/>
              </a:spcAft>
              <a:buClr>
                <a:srgbClr val="1D1D1D"/>
              </a:buClr>
              <a:buSzPts val="1400"/>
              <a:buChar char="-"/>
            </a:pPr>
            <a:r>
              <a:rPr lang="en" sz="1000">
                <a:solidFill>
                  <a:srgbClr val="1D1D1D"/>
                </a:solidFill>
                <a:latin typeface="Roboto"/>
                <a:ea typeface="Roboto"/>
                <a:cs typeface="Roboto"/>
                <a:sym typeface="Roboto"/>
              </a:rPr>
              <a:t>Example Url:</a:t>
            </a:r>
            <a:r>
              <a:rPr lang="en" sz="1200">
                <a:solidFill>
                  <a:srgbClr val="1D1D1D"/>
                </a:solidFill>
                <a:latin typeface="Roboto"/>
                <a:ea typeface="Roboto"/>
                <a:cs typeface="Roboto"/>
                <a:sym typeface="Roboto"/>
              </a:rPr>
              <a:t> </a:t>
            </a:r>
            <a:r>
              <a:rPr lang="en" sz="1100">
                <a:solidFill>
                  <a:srgbClr val="1C4587"/>
                </a:solidFill>
                <a:latin typeface="Courier New"/>
                <a:ea typeface="Courier New"/>
                <a:cs typeface="Courier New"/>
                <a:sym typeface="Courier New"/>
              </a:rPr>
              <a:t>https://api.ucsb.edu/academics/curriculums/v3/classes</a:t>
            </a:r>
            <a:r>
              <a:rPr lang="en" sz="1100">
                <a:solidFill>
                  <a:srgbClr val="1D1D1D"/>
                </a:solidFill>
                <a:latin typeface="Courier New"/>
                <a:ea typeface="Courier New"/>
                <a:cs typeface="Courier New"/>
                <a:sym typeface="Courier New"/>
              </a:rPr>
              <a:t>/search?</a:t>
            </a:r>
            <a:r>
              <a:rPr lang="en" sz="1100">
                <a:solidFill>
                  <a:srgbClr val="FF0000"/>
                </a:solidFill>
                <a:latin typeface="Courier New"/>
                <a:ea typeface="Courier New"/>
                <a:cs typeface="Courier New"/>
                <a:sym typeface="Courier New"/>
              </a:rPr>
              <a:t>quarter</a:t>
            </a:r>
            <a:r>
              <a:rPr lang="en" sz="1100">
                <a:solidFill>
                  <a:srgbClr val="1D1D1D"/>
                </a:solidFill>
                <a:latin typeface="Courier New"/>
                <a:ea typeface="Courier New"/>
                <a:cs typeface="Courier New"/>
                <a:sym typeface="Courier New"/>
              </a:rPr>
              <a:t>=20244&amp;</a:t>
            </a:r>
            <a:r>
              <a:rPr lang="en" sz="1100">
                <a:solidFill>
                  <a:srgbClr val="FF9900"/>
                </a:solidFill>
                <a:latin typeface="Courier New"/>
                <a:ea typeface="Courier New"/>
                <a:cs typeface="Courier New"/>
                <a:sym typeface="Courier New"/>
              </a:rPr>
              <a:t>subjectCode</a:t>
            </a:r>
            <a:r>
              <a:rPr lang="en" sz="1100">
                <a:solidFill>
                  <a:srgbClr val="1D1D1D"/>
                </a:solidFill>
                <a:latin typeface="Courier New"/>
                <a:ea typeface="Courier New"/>
                <a:cs typeface="Courier New"/>
                <a:sym typeface="Courier New"/>
              </a:rPr>
              <a:t>=PSTAT&amp;</a:t>
            </a:r>
            <a:r>
              <a:rPr lang="en" sz="1100">
                <a:solidFill>
                  <a:srgbClr val="38761D"/>
                </a:solidFill>
                <a:latin typeface="Courier New"/>
                <a:ea typeface="Courier New"/>
                <a:cs typeface="Courier New"/>
                <a:sym typeface="Courier New"/>
              </a:rPr>
              <a:t>pageNumber</a:t>
            </a:r>
            <a:r>
              <a:rPr lang="en" sz="1100">
                <a:solidFill>
                  <a:srgbClr val="1D1D1D"/>
                </a:solidFill>
                <a:latin typeface="Courier New"/>
                <a:ea typeface="Courier New"/>
                <a:cs typeface="Courier New"/>
                <a:sym typeface="Courier New"/>
              </a:rPr>
              <a:t>=1&amp;</a:t>
            </a:r>
            <a:r>
              <a:rPr lang="en" sz="1100">
                <a:solidFill>
                  <a:srgbClr val="9900FF"/>
                </a:solidFill>
                <a:latin typeface="Courier New"/>
                <a:ea typeface="Courier New"/>
                <a:cs typeface="Courier New"/>
                <a:sym typeface="Courier New"/>
              </a:rPr>
              <a:t>pageSize</a:t>
            </a:r>
            <a:r>
              <a:rPr lang="en" sz="1100">
                <a:solidFill>
                  <a:srgbClr val="1D1D1D"/>
                </a:solidFill>
                <a:latin typeface="Courier New"/>
                <a:ea typeface="Courier New"/>
                <a:cs typeface="Courier New"/>
                <a:sym typeface="Courier New"/>
              </a:rPr>
              <a:t>=500&amp;</a:t>
            </a:r>
            <a:r>
              <a:rPr lang="en" sz="1100">
                <a:solidFill>
                  <a:srgbClr val="980000"/>
                </a:solidFill>
                <a:latin typeface="Courier New"/>
                <a:ea typeface="Courier New"/>
                <a:cs typeface="Courier New"/>
                <a:sym typeface="Courier New"/>
              </a:rPr>
              <a:t>includeClassSections</a:t>
            </a:r>
            <a:r>
              <a:rPr lang="en" sz="1100">
                <a:solidFill>
                  <a:srgbClr val="1D1D1D"/>
                </a:solidFill>
                <a:latin typeface="Courier New"/>
                <a:ea typeface="Courier New"/>
                <a:cs typeface="Courier New"/>
                <a:sym typeface="Courier New"/>
              </a:rPr>
              <a:t>=true</a:t>
            </a:r>
            <a:endParaRPr sz="1300">
              <a:solidFill>
                <a:schemeClr val="dk2"/>
              </a:solidFill>
              <a:latin typeface="Roboto"/>
              <a:ea typeface="Roboto"/>
              <a:cs typeface="Roboto"/>
              <a:sym typeface="Roboto"/>
            </a:endParaRPr>
          </a:p>
        </p:txBody>
      </p:sp>
      <p:pic>
        <p:nvPicPr>
          <p:cNvPr id="409" name="Google Shape;409;p55" title="Screenshot 2025-03-15 at 9.12.50 PM.png"/>
          <p:cNvPicPr preferRelativeResize="0"/>
          <p:nvPr/>
        </p:nvPicPr>
        <p:blipFill>
          <a:blip r:embed="rId4">
            <a:alphaModFix/>
          </a:blip>
          <a:stretch>
            <a:fillRect/>
          </a:stretch>
        </p:blipFill>
        <p:spPr>
          <a:xfrm>
            <a:off x="6668800" y="165725"/>
            <a:ext cx="2343149" cy="1813926"/>
          </a:xfrm>
          <a:prstGeom prst="rect">
            <a:avLst/>
          </a:prstGeom>
          <a:noFill/>
          <a:ln>
            <a:noFill/>
          </a:ln>
        </p:spPr>
      </p:pic>
      <p:pic>
        <p:nvPicPr>
          <p:cNvPr id="410" name="Google Shape;410;p55"/>
          <p:cNvPicPr preferRelativeResize="0"/>
          <p:nvPr/>
        </p:nvPicPr>
        <p:blipFill rotWithShape="1">
          <a:blip r:embed="rId5">
            <a:alphaModFix/>
          </a:blip>
          <a:srcRect r="19491" b="11879"/>
          <a:stretch/>
        </p:blipFill>
        <p:spPr>
          <a:xfrm>
            <a:off x="6024362" y="2786000"/>
            <a:ext cx="2987587" cy="1813925"/>
          </a:xfrm>
          <a:prstGeom prst="rect">
            <a:avLst/>
          </a:prstGeom>
          <a:noFill/>
          <a:ln>
            <a:noFill/>
          </a:ln>
        </p:spPr>
      </p:pic>
      <p:cxnSp>
        <p:nvCxnSpPr>
          <p:cNvPr id="411" name="Google Shape;411;p55"/>
          <p:cNvCxnSpPr/>
          <p:nvPr/>
        </p:nvCxnSpPr>
        <p:spPr>
          <a:xfrm rot="10800000" flipH="1">
            <a:off x="6887875" y="3419475"/>
            <a:ext cx="523800" cy="1143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6"/>
          <p:cNvSpPr txBox="1">
            <a:spLocks noGrp="1"/>
          </p:cNvSpPr>
          <p:nvPr>
            <p:ph type="title"/>
          </p:nvPr>
        </p:nvSpPr>
        <p:spPr>
          <a:xfrm>
            <a:off x="162325" y="303225"/>
            <a:ext cx="6868800" cy="7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latin typeface="Lexend"/>
                <a:ea typeface="Lexend"/>
                <a:cs typeface="Lexend"/>
                <a:sym typeface="Lexend"/>
              </a:rPr>
              <a:t>Student Data</a:t>
            </a:r>
            <a:endParaRPr sz="2800">
              <a:latin typeface="Lexend"/>
              <a:ea typeface="Lexend"/>
              <a:cs typeface="Lexend"/>
              <a:sym typeface="Lexend"/>
            </a:endParaRPr>
          </a:p>
        </p:txBody>
      </p:sp>
      <p:sp>
        <p:nvSpPr>
          <p:cNvPr id="417" name="Google Shape;417;p56"/>
          <p:cNvSpPr/>
          <p:nvPr/>
        </p:nvSpPr>
        <p:spPr>
          <a:xfrm>
            <a:off x="434450" y="4621200"/>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418" name="Google Shape;418;p56"/>
          <p:cNvSpPr txBox="1"/>
          <p:nvPr/>
        </p:nvSpPr>
        <p:spPr>
          <a:xfrm>
            <a:off x="342900" y="781050"/>
            <a:ext cx="3342900" cy="13854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SzPts val="1300"/>
              <a:buFont typeface="Roboto"/>
              <a:buChar char="●"/>
            </a:pPr>
            <a:r>
              <a:rPr lang="en" sz="1300">
                <a:solidFill>
                  <a:srgbClr val="212529"/>
                </a:solidFill>
                <a:latin typeface="Roboto"/>
                <a:ea typeface="Roboto"/>
                <a:cs typeface="Roboto"/>
                <a:sym typeface="Roboto"/>
              </a:rPr>
              <a:t>K</a:t>
            </a:r>
            <a:r>
              <a:rPr lang="en" sz="1300">
                <a:solidFill>
                  <a:schemeClr val="dk2"/>
                </a:solidFill>
                <a:latin typeface="Roboto"/>
                <a:ea typeface="Roboto"/>
                <a:cs typeface="Roboto"/>
                <a:sym typeface="Roboto"/>
              </a:rPr>
              <a:t>aggle Dataset: “Student Extracurriculars Info”</a:t>
            </a:r>
            <a:endParaRPr sz="1300">
              <a:solidFill>
                <a:schemeClr val="dk2"/>
              </a:solidFill>
              <a:latin typeface="Roboto"/>
              <a:ea typeface="Roboto"/>
              <a:cs typeface="Roboto"/>
              <a:sym typeface="Roboto"/>
            </a:endParaRPr>
          </a:p>
          <a:p>
            <a:pPr marL="914400" lvl="1"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Include information about students’ academic interest, major, etc</a:t>
            </a:r>
            <a:endParaRPr sz="1300">
              <a:solidFill>
                <a:schemeClr val="dk2"/>
              </a:solidFill>
              <a:latin typeface="Roboto"/>
              <a:ea typeface="Roboto"/>
              <a:cs typeface="Roboto"/>
              <a:sym typeface="Roboto"/>
            </a:endParaRPr>
          </a:p>
          <a:p>
            <a:pPr marL="0" lvl="0" indent="0" algn="l" rtl="0">
              <a:spcBef>
                <a:spcPts val="0"/>
              </a:spcBef>
              <a:spcAft>
                <a:spcPts val="0"/>
              </a:spcAft>
              <a:buNone/>
            </a:pPr>
            <a:endParaRPr sz="1300">
              <a:solidFill>
                <a:schemeClr val="dk2"/>
              </a:solidFill>
              <a:latin typeface="Roboto"/>
              <a:ea typeface="Roboto"/>
              <a:cs typeface="Roboto"/>
              <a:sym typeface="Roboto"/>
            </a:endParaRPr>
          </a:p>
        </p:txBody>
      </p:sp>
      <p:pic>
        <p:nvPicPr>
          <p:cNvPr id="419" name="Google Shape;419;p56"/>
          <p:cNvPicPr preferRelativeResize="0"/>
          <p:nvPr/>
        </p:nvPicPr>
        <p:blipFill>
          <a:blip r:embed="rId3">
            <a:alphaModFix/>
          </a:blip>
          <a:stretch>
            <a:fillRect/>
          </a:stretch>
        </p:blipFill>
        <p:spPr>
          <a:xfrm>
            <a:off x="4250600" y="2323462"/>
            <a:ext cx="4404848" cy="2721625"/>
          </a:xfrm>
          <a:prstGeom prst="rect">
            <a:avLst/>
          </a:prstGeom>
          <a:noFill/>
          <a:ln>
            <a:noFill/>
          </a:ln>
        </p:spPr>
      </p:pic>
      <p:pic>
        <p:nvPicPr>
          <p:cNvPr id="420" name="Google Shape;420;p56"/>
          <p:cNvPicPr preferRelativeResize="0"/>
          <p:nvPr/>
        </p:nvPicPr>
        <p:blipFill>
          <a:blip r:embed="rId4">
            <a:alphaModFix/>
          </a:blip>
          <a:stretch>
            <a:fillRect/>
          </a:stretch>
        </p:blipFill>
        <p:spPr>
          <a:xfrm>
            <a:off x="4744187" y="119351"/>
            <a:ext cx="3417676" cy="2110925"/>
          </a:xfrm>
          <a:prstGeom prst="rect">
            <a:avLst/>
          </a:prstGeom>
          <a:noFill/>
          <a:ln>
            <a:noFill/>
          </a:ln>
        </p:spPr>
      </p:pic>
      <p:pic>
        <p:nvPicPr>
          <p:cNvPr id="421" name="Google Shape;421;p56" title="Screen Shot 2025-03-16 at 12.07.53 AM.png"/>
          <p:cNvPicPr preferRelativeResize="0"/>
          <p:nvPr/>
        </p:nvPicPr>
        <p:blipFill rotWithShape="1">
          <a:blip r:embed="rId5">
            <a:alphaModFix/>
          </a:blip>
          <a:srcRect t="9025"/>
          <a:stretch/>
        </p:blipFill>
        <p:spPr>
          <a:xfrm>
            <a:off x="434450" y="2093110"/>
            <a:ext cx="3251350" cy="29519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7"/>
          <p:cNvSpPr txBox="1">
            <a:spLocks noGrp="1"/>
          </p:cNvSpPr>
          <p:nvPr>
            <p:ph type="title"/>
          </p:nvPr>
        </p:nvSpPr>
        <p:spPr>
          <a:xfrm>
            <a:off x="273275" y="271825"/>
            <a:ext cx="6868800" cy="6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latin typeface="Lexend"/>
                <a:ea typeface="Lexend"/>
                <a:cs typeface="Lexend"/>
                <a:sym typeface="Lexend"/>
              </a:rPr>
              <a:t>Methodology- Recommender System</a:t>
            </a:r>
            <a:endParaRPr sz="2800">
              <a:latin typeface="Lexend"/>
              <a:ea typeface="Lexend"/>
              <a:cs typeface="Lexend"/>
              <a:sym typeface="Lexend"/>
            </a:endParaRPr>
          </a:p>
        </p:txBody>
      </p:sp>
      <p:sp>
        <p:nvSpPr>
          <p:cNvPr id="427" name="Google Shape;427;p57"/>
          <p:cNvSpPr txBox="1">
            <a:spLocks noGrp="1"/>
          </p:cNvSpPr>
          <p:nvPr>
            <p:ph type="body" idx="3"/>
          </p:nvPr>
        </p:nvSpPr>
        <p:spPr>
          <a:xfrm>
            <a:off x="273275" y="1096800"/>
            <a:ext cx="8523900" cy="269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300" b="1">
                <a:latin typeface="Roboto"/>
                <a:ea typeface="Roboto"/>
                <a:cs typeface="Roboto"/>
              </a:rPr>
              <a:t>Content -based Filtering Methods </a:t>
            </a:r>
            <a:endParaRPr lang="en-US" sz="1300" b="1">
              <a:latin typeface="Roboto"/>
              <a:ea typeface="Roboto"/>
              <a:cs typeface="Roboto"/>
            </a:endParaRPr>
          </a:p>
          <a:p>
            <a:pPr marL="914400" lvl="1" indent="-311150" algn="l" rtl="0">
              <a:spcBef>
                <a:spcPts val="0"/>
              </a:spcBef>
              <a:spcAft>
                <a:spcPts val="0"/>
              </a:spcAft>
              <a:buSzPts val="1300"/>
              <a:buChar char="○"/>
            </a:pPr>
            <a:r>
              <a:rPr lang="en" sz="1300">
                <a:latin typeface="Roboto"/>
                <a:ea typeface="Roboto"/>
                <a:cs typeface="Roboto"/>
              </a:rPr>
              <a:t>No historical data for each student’s course selection behaviors</a:t>
            </a:r>
            <a:endParaRPr sz="1300">
              <a:latin typeface="Roboto"/>
              <a:ea typeface="Roboto"/>
              <a:cs typeface="Roboto"/>
            </a:endParaRPr>
          </a:p>
          <a:p>
            <a:pPr marL="914400" lvl="1" indent="-311150" algn="l" rtl="0">
              <a:spcBef>
                <a:spcPts val="0"/>
              </a:spcBef>
              <a:spcAft>
                <a:spcPts val="0"/>
              </a:spcAft>
              <a:buSzPts val="1300"/>
              <a:buChar char="○"/>
            </a:pPr>
            <a:r>
              <a:rPr lang="en" sz="1300">
                <a:latin typeface="Roboto"/>
                <a:ea typeface="Roboto"/>
                <a:cs typeface="Roboto"/>
              </a:rPr>
              <a:t>Recommend based on students’ academic and extracurricular interests, and the course description</a:t>
            </a:r>
            <a:endParaRPr sz="1300" b="1">
              <a:latin typeface="Roboto"/>
              <a:ea typeface="Roboto"/>
              <a:cs typeface="Roboto"/>
            </a:endParaRPr>
          </a:p>
          <a:p>
            <a:pPr marL="457200" lvl="0" indent="-311150" algn="l" rtl="0">
              <a:spcBef>
                <a:spcPts val="0"/>
              </a:spcBef>
              <a:spcAft>
                <a:spcPts val="0"/>
              </a:spcAft>
              <a:buSzPts val="1300"/>
              <a:buChar char="●"/>
            </a:pPr>
            <a:r>
              <a:rPr lang="en" sz="1300" b="1">
                <a:latin typeface="Roboto"/>
                <a:ea typeface="Roboto"/>
                <a:cs typeface="Roboto"/>
              </a:rPr>
              <a:t>Merge Students information into one merged column</a:t>
            </a:r>
            <a:endParaRPr sz="1300" b="1">
              <a:latin typeface="Roboto"/>
              <a:ea typeface="Roboto"/>
              <a:cs typeface="Roboto"/>
            </a:endParaRPr>
          </a:p>
          <a:p>
            <a:pPr marL="914400" lvl="1" indent="-311150" algn="l" rtl="0">
              <a:spcBef>
                <a:spcPts val="0"/>
              </a:spcBef>
              <a:spcAft>
                <a:spcPts val="0"/>
              </a:spcAft>
              <a:buSzPts val="1300"/>
              <a:buChar char="○"/>
            </a:pPr>
            <a:r>
              <a:rPr lang="en" sz="1300">
                <a:latin typeface="Roboto"/>
                <a:ea typeface="Roboto"/>
                <a:cs typeface="Roboto"/>
              </a:rPr>
              <a:t>academic interest, extracurricular activities, skills, major, club memberships, research interests, and the languages students speak. </a:t>
            </a:r>
            <a:endParaRPr sz="1300">
              <a:latin typeface="Roboto"/>
              <a:ea typeface="Roboto"/>
              <a:cs typeface="Roboto"/>
            </a:endParaRPr>
          </a:p>
          <a:p>
            <a:pPr marL="914400" lvl="1" indent="-311150" algn="l" rtl="0">
              <a:spcBef>
                <a:spcPts val="0"/>
              </a:spcBef>
              <a:spcAft>
                <a:spcPts val="0"/>
              </a:spcAft>
              <a:buSzPts val="1300"/>
              <a:buChar char="○"/>
            </a:pPr>
            <a:r>
              <a:rPr lang="en" sz="1300" dirty="0">
                <a:latin typeface="Roboto"/>
                <a:ea typeface="Roboto"/>
                <a:cs typeface="Roboto"/>
              </a:rPr>
              <a:t>Give different weight to each type of students’ interests to give more emphasis on important information</a:t>
            </a:r>
            <a:endParaRPr sz="1300" dirty="0">
              <a:latin typeface="Roboto"/>
              <a:ea typeface="Roboto"/>
              <a:cs typeface="Roboto"/>
            </a:endParaRPr>
          </a:p>
          <a:p>
            <a:pPr marL="457200" lvl="0" indent="-311150" algn="l" rtl="0">
              <a:spcBef>
                <a:spcPts val="0"/>
              </a:spcBef>
              <a:spcAft>
                <a:spcPts val="0"/>
              </a:spcAft>
              <a:buSzPts val="1300"/>
              <a:buChar char="●"/>
            </a:pPr>
            <a:r>
              <a:rPr lang="en" sz="1300" b="1">
                <a:latin typeface="Roboto"/>
                <a:ea typeface="Roboto"/>
                <a:cs typeface="Roboto"/>
              </a:rPr>
              <a:t>Tokenization of Course Description into Words</a:t>
            </a:r>
            <a:endParaRPr sz="1300" b="1">
              <a:latin typeface="Roboto"/>
              <a:ea typeface="Roboto"/>
              <a:cs typeface="Roboto"/>
            </a:endParaRPr>
          </a:p>
          <a:p>
            <a:pPr marL="457200" lvl="0" indent="-311150" algn="l" rtl="0">
              <a:spcBef>
                <a:spcPts val="0"/>
              </a:spcBef>
              <a:spcAft>
                <a:spcPts val="0"/>
              </a:spcAft>
              <a:buSzPts val="1300"/>
              <a:buChar char="●"/>
            </a:pPr>
            <a:r>
              <a:rPr lang="en" sz="1300" b="1">
                <a:latin typeface="Roboto"/>
                <a:ea typeface="Roboto"/>
                <a:cs typeface="Roboto"/>
              </a:rPr>
              <a:t>Similarity Algorithm – BM25 </a:t>
            </a:r>
            <a:endParaRPr sz="1300" b="1">
              <a:latin typeface="Roboto"/>
              <a:ea typeface="Roboto"/>
              <a:cs typeface="Roboto"/>
            </a:endParaRPr>
          </a:p>
          <a:p>
            <a:pPr marL="914400" lvl="1" indent="-311150" algn="l" rtl="0">
              <a:spcBef>
                <a:spcPts val="0"/>
              </a:spcBef>
              <a:spcAft>
                <a:spcPts val="0"/>
              </a:spcAft>
              <a:buSzPts val="1300"/>
              <a:buChar char="○"/>
            </a:pPr>
            <a:r>
              <a:rPr lang="en" sz="1300">
                <a:latin typeface="Roboto"/>
                <a:ea typeface="Roboto"/>
                <a:cs typeface="Roboto"/>
              </a:rPr>
              <a:t>Recommend the top 5 courses that have the highest BM25 scores</a:t>
            </a:r>
            <a:endParaRPr sz="1300" b="1">
              <a:latin typeface="Roboto"/>
              <a:ea typeface="Roboto"/>
              <a:cs typeface="Roboto"/>
            </a:endParaRPr>
          </a:p>
        </p:txBody>
      </p:sp>
      <p:pic>
        <p:nvPicPr>
          <p:cNvPr id="428" name="Google Shape;428;p57" title="Screen Shot 2025-03-13 at 7.10.40 PM.png"/>
          <p:cNvPicPr preferRelativeResize="0"/>
          <p:nvPr/>
        </p:nvPicPr>
        <p:blipFill>
          <a:blip r:embed="rId3">
            <a:alphaModFix/>
          </a:blip>
          <a:stretch>
            <a:fillRect/>
          </a:stretch>
        </p:blipFill>
        <p:spPr>
          <a:xfrm>
            <a:off x="3913175" y="3931725"/>
            <a:ext cx="4883999" cy="766125"/>
          </a:xfrm>
          <a:prstGeom prst="rect">
            <a:avLst/>
          </a:prstGeom>
          <a:noFill/>
          <a:ln>
            <a:noFill/>
          </a:ln>
        </p:spPr>
      </p:pic>
      <p:sp>
        <p:nvSpPr>
          <p:cNvPr id="429" name="Google Shape;429;p57"/>
          <p:cNvSpPr/>
          <p:nvPr/>
        </p:nvSpPr>
        <p:spPr>
          <a:xfrm>
            <a:off x="502075" y="46302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3">
          <a:extLst>
            <a:ext uri="{FF2B5EF4-FFF2-40B4-BE49-F238E27FC236}">
              <a16:creationId xmlns:a16="http://schemas.microsoft.com/office/drawing/2014/main" id="{64F3F441-ADA8-DDD7-3FA5-CE2CFDA9C93F}"/>
            </a:ext>
          </a:extLst>
        </p:cNvPr>
        <p:cNvGrpSpPr/>
        <p:nvPr/>
      </p:nvGrpSpPr>
      <p:grpSpPr>
        <a:xfrm>
          <a:off x="0" y="0"/>
          <a:ext cx="0" cy="0"/>
          <a:chOff x="0" y="0"/>
          <a:chExt cx="0" cy="0"/>
        </a:xfrm>
      </p:grpSpPr>
      <p:sp>
        <p:nvSpPr>
          <p:cNvPr id="394" name="Google Shape;394;p54">
            <a:extLst>
              <a:ext uri="{FF2B5EF4-FFF2-40B4-BE49-F238E27FC236}">
                <a16:creationId xmlns:a16="http://schemas.microsoft.com/office/drawing/2014/main" id="{5A34A439-2EA3-0442-18B3-F22BD356713C}"/>
              </a:ext>
            </a:extLst>
          </p:cNvPr>
          <p:cNvSpPr/>
          <p:nvPr/>
        </p:nvSpPr>
        <p:spPr>
          <a:xfrm>
            <a:off x="433750" y="46411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395" name="Google Shape;395;p54">
            <a:extLst>
              <a:ext uri="{FF2B5EF4-FFF2-40B4-BE49-F238E27FC236}">
                <a16:creationId xmlns:a16="http://schemas.microsoft.com/office/drawing/2014/main" id="{F946F620-B986-0BDD-0754-F59F217D067E}"/>
              </a:ext>
            </a:extLst>
          </p:cNvPr>
          <p:cNvSpPr txBox="1">
            <a:spLocks noGrp="1"/>
          </p:cNvSpPr>
          <p:nvPr>
            <p:ph type="title"/>
          </p:nvPr>
        </p:nvSpPr>
        <p:spPr>
          <a:xfrm>
            <a:off x="180650" y="1017100"/>
            <a:ext cx="5791800" cy="2655300"/>
          </a:xfrm>
          <a:prstGeom prst="rect">
            <a:avLst/>
          </a:prstGeom>
        </p:spPr>
        <p:txBody>
          <a:bodyPr spcFirstLastPara="1" wrap="square" lIns="91425" tIns="91425" rIns="91425" bIns="91425" anchor="t" anchorCtr="0">
            <a:noAutofit/>
          </a:bodyPr>
          <a:lstStyle/>
          <a:p>
            <a:pPr marL="457200" indent="-311150">
              <a:lnSpc>
                <a:spcPct val="114999"/>
              </a:lnSpc>
              <a:buClr>
                <a:srgbClr val="000000"/>
              </a:buClr>
              <a:buSzPts val="1300"/>
              <a:buFont typeface="Arial"/>
              <a:buChar char="●"/>
            </a:pPr>
            <a:r>
              <a:rPr lang="en" sz="1300" dirty="0">
                <a:solidFill>
                  <a:srgbClr val="000000"/>
                </a:solidFill>
                <a:latin typeface="Roboto"/>
                <a:ea typeface="Roboto"/>
                <a:cs typeface="Roboto"/>
                <a:sym typeface="Arial"/>
              </a:rPr>
              <a:t>Student profile</a:t>
            </a:r>
            <a:br>
              <a:rPr lang="en" sz="1300" dirty="0">
                <a:latin typeface="Roboto"/>
                <a:ea typeface="Roboto"/>
                <a:cs typeface="Roboto"/>
              </a:rPr>
            </a:br>
            <a:r>
              <a:rPr lang="en" sz="1300" dirty="0">
                <a:solidFill>
                  <a:srgbClr val="000000"/>
                </a:solidFill>
                <a:latin typeface="Roboto"/>
                <a:ea typeface="Roboto"/>
                <a:cs typeface="Roboto"/>
                <a:sym typeface="Arial"/>
              </a:rPr>
              <a:t> → BM25 retrieves top 5–10 courses</a:t>
            </a:r>
            <a:br>
              <a:rPr lang="en" sz="1300" dirty="0">
                <a:latin typeface="Roboto"/>
                <a:ea typeface="Roboto"/>
                <a:cs typeface="Roboto"/>
              </a:rPr>
            </a:br>
            <a:r>
              <a:rPr lang="en" sz="1300" dirty="0">
                <a:solidFill>
                  <a:srgbClr val="000000"/>
                </a:solidFill>
                <a:latin typeface="Roboto"/>
                <a:ea typeface="Roboto"/>
                <a:cs typeface="Roboto"/>
                <a:sym typeface="Arial"/>
              </a:rPr>
              <a:t> → LLM </a:t>
            </a:r>
            <a:r>
              <a:rPr lang="en" sz="1300" dirty="0" err="1">
                <a:solidFill>
                  <a:srgbClr val="000000"/>
                </a:solidFill>
                <a:latin typeface="Roboto"/>
                <a:ea typeface="Roboto"/>
                <a:cs typeface="Roboto"/>
                <a:sym typeface="Arial"/>
              </a:rPr>
              <a:t>reranks</a:t>
            </a:r>
            <a:r>
              <a:rPr lang="en" sz="1300" dirty="0">
                <a:solidFill>
                  <a:srgbClr val="000000"/>
                </a:solidFill>
                <a:latin typeface="Roboto"/>
                <a:ea typeface="Roboto"/>
                <a:cs typeface="Roboto"/>
                <a:sym typeface="Arial"/>
              </a:rPr>
              <a:t> candidates</a:t>
            </a:r>
            <a:br>
              <a:rPr lang="en" sz="1300" dirty="0">
                <a:latin typeface="Roboto"/>
                <a:ea typeface="Roboto"/>
                <a:cs typeface="Roboto"/>
              </a:rPr>
            </a:br>
            <a:r>
              <a:rPr lang="en" sz="1300" dirty="0">
                <a:solidFill>
                  <a:srgbClr val="000000"/>
                </a:solidFill>
                <a:latin typeface="Roboto"/>
                <a:ea typeface="Roboto"/>
                <a:cs typeface="Roboto"/>
                <a:sym typeface="Arial"/>
              </a:rPr>
              <a:t> → Top 3 final recommendations + explanations</a:t>
            </a:r>
            <a:endParaRPr lang="en-US" sz="1300" b="0">
              <a:solidFill>
                <a:srgbClr val="000000"/>
              </a:solidFill>
              <a:latin typeface="Roboto"/>
              <a:ea typeface="Roboto"/>
              <a:cs typeface="Roboto"/>
            </a:endParaRPr>
          </a:p>
        </p:txBody>
      </p:sp>
      <p:sp>
        <p:nvSpPr>
          <p:cNvPr id="396" name="Google Shape;396;p54">
            <a:extLst>
              <a:ext uri="{FF2B5EF4-FFF2-40B4-BE49-F238E27FC236}">
                <a16:creationId xmlns:a16="http://schemas.microsoft.com/office/drawing/2014/main" id="{8098960C-7572-2C2C-929B-BE767FBDCA6A}"/>
              </a:ext>
            </a:extLst>
          </p:cNvPr>
          <p:cNvSpPr txBox="1"/>
          <p:nvPr/>
        </p:nvSpPr>
        <p:spPr>
          <a:xfrm>
            <a:off x="433750" y="299450"/>
            <a:ext cx="6863216" cy="574800"/>
          </a:xfrm>
          <a:prstGeom prst="rect">
            <a:avLst/>
          </a:prstGeom>
          <a:noFill/>
          <a:ln>
            <a:noFill/>
          </a:ln>
        </p:spPr>
        <p:txBody>
          <a:bodyPr spcFirstLastPara="1" wrap="square" lIns="91425" tIns="91425" rIns="91425" bIns="91425" anchor="t" anchorCtr="0">
            <a:noAutofit/>
          </a:bodyPr>
          <a:lstStyle/>
          <a:p>
            <a:r>
              <a:rPr lang="en" sz="2800">
                <a:solidFill>
                  <a:schemeClr val="dk2"/>
                </a:solidFill>
                <a:ea typeface="Roboto"/>
                <a:sym typeface="Roboto"/>
              </a:rPr>
              <a:t>LLM Reranking and Explanation Layer</a:t>
            </a:r>
            <a:endParaRPr lang="en-US"/>
          </a:p>
        </p:txBody>
      </p:sp>
    </p:spTree>
    <p:extLst>
      <p:ext uri="{BB962C8B-B14F-4D97-AF65-F5344CB8AC3E}">
        <p14:creationId xmlns:p14="http://schemas.microsoft.com/office/powerpoint/2010/main" val="2865436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3">
          <a:extLst>
            <a:ext uri="{FF2B5EF4-FFF2-40B4-BE49-F238E27FC236}">
              <a16:creationId xmlns:a16="http://schemas.microsoft.com/office/drawing/2014/main" id="{725FAD22-8438-F729-CF1B-3F135A81C69A}"/>
            </a:ext>
          </a:extLst>
        </p:cNvPr>
        <p:cNvGrpSpPr/>
        <p:nvPr/>
      </p:nvGrpSpPr>
      <p:grpSpPr>
        <a:xfrm>
          <a:off x="0" y="0"/>
          <a:ext cx="0" cy="0"/>
          <a:chOff x="0" y="0"/>
          <a:chExt cx="0" cy="0"/>
        </a:xfrm>
      </p:grpSpPr>
      <p:sp>
        <p:nvSpPr>
          <p:cNvPr id="394" name="Google Shape;394;p54">
            <a:extLst>
              <a:ext uri="{FF2B5EF4-FFF2-40B4-BE49-F238E27FC236}">
                <a16:creationId xmlns:a16="http://schemas.microsoft.com/office/drawing/2014/main" id="{CFBB74D8-9077-4C27-C47B-5BA8D8C81049}"/>
              </a:ext>
            </a:extLst>
          </p:cNvPr>
          <p:cNvSpPr/>
          <p:nvPr/>
        </p:nvSpPr>
        <p:spPr>
          <a:xfrm>
            <a:off x="433750" y="46411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396" name="Google Shape;396;p54">
            <a:extLst>
              <a:ext uri="{FF2B5EF4-FFF2-40B4-BE49-F238E27FC236}">
                <a16:creationId xmlns:a16="http://schemas.microsoft.com/office/drawing/2014/main" id="{CFBD6258-A8B9-95E5-2DA2-423567AA80A9}"/>
              </a:ext>
            </a:extLst>
          </p:cNvPr>
          <p:cNvSpPr txBox="1"/>
          <p:nvPr/>
        </p:nvSpPr>
        <p:spPr>
          <a:xfrm>
            <a:off x="433750" y="299450"/>
            <a:ext cx="6863216" cy="574800"/>
          </a:xfrm>
          <a:prstGeom prst="rect">
            <a:avLst/>
          </a:prstGeom>
          <a:noFill/>
          <a:ln>
            <a:noFill/>
          </a:ln>
        </p:spPr>
        <p:txBody>
          <a:bodyPr spcFirstLastPara="1" wrap="square" lIns="91425" tIns="91425" rIns="91425" bIns="91425" anchor="t" anchorCtr="0">
            <a:noAutofit/>
          </a:bodyPr>
          <a:lstStyle/>
          <a:p>
            <a:r>
              <a:rPr lang="en" sz="2800">
                <a:solidFill>
                  <a:schemeClr val="dk2"/>
                </a:solidFill>
                <a:ea typeface="Roboto"/>
                <a:sym typeface="Roboto"/>
              </a:rPr>
              <a:t>Example</a:t>
            </a:r>
            <a:endParaRPr lang="en-US"/>
          </a:p>
        </p:txBody>
      </p:sp>
      <p:sp>
        <p:nvSpPr>
          <p:cNvPr id="2" name="TextBox 1">
            <a:extLst>
              <a:ext uri="{FF2B5EF4-FFF2-40B4-BE49-F238E27FC236}">
                <a16:creationId xmlns:a16="http://schemas.microsoft.com/office/drawing/2014/main" id="{1A8CC223-1B8E-2BBD-1A4F-B06185C6A2E7}"/>
              </a:ext>
            </a:extLst>
          </p:cNvPr>
          <p:cNvSpPr txBox="1"/>
          <p:nvPr/>
        </p:nvSpPr>
        <p:spPr>
          <a:xfrm>
            <a:off x="434340" y="872490"/>
            <a:ext cx="866775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Roboto"/>
                <a:ea typeface="Roboto"/>
                <a:cs typeface="Roboto"/>
              </a:rPr>
              <a:t>Student Profile</a:t>
            </a:r>
          </a:p>
          <a:p>
            <a:pPr marL="228600" indent="-228600">
              <a:buFont typeface=""/>
              <a:buChar char="•"/>
            </a:pPr>
            <a:r>
              <a:rPr lang="en-US" b="1">
                <a:latin typeface="Roboto"/>
                <a:ea typeface="Roboto"/>
                <a:cs typeface="Roboto"/>
              </a:rPr>
              <a:t>Student:</a:t>
            </a:r>
            <a:r>
              <a:rPr lang="en-US">
                <a:latin typeface="Roboto"/>
                <a:ea typeface="Roboto"/>
                <a:cs typeface="Roboto"/>
              </a:rPr>
              <a:t> Student 960</a:t>
            </a:r>
          </a:p>
          <a:p>
            <a:pPr marL="228600" indent="-228600">
              <a:buFont typeface=""/>
              <a:buChar char="•"/>
            </a:pPr>
            <a:r>
              <a:rPr lang="en-US" b="1">
                <a:latin typeface="Roboto"/>
                <a:ea typeface="Roboto"/>
                <a:cs typeface="Roboto"/>
              </a:rPr>
              <a:t>Major:</a:t>
            </a:r>
            <a:r>
              <a:rPr lang="en-US">
                <a:latin typeface="Roboto"/>
                <a:ea typeface="Roboto"/>
                <a:cs typeface="Roboto"/>
              </a:rPr>
              <a:t> Biology</a:t>
            </a:r>
          </a:p>
          <a:p>
            <a:pPr marL="228600" indent="-228600">
              <a:buFont typeface=""/>
              <a:buChar char="•"/>
            </a:pPr>
            <a:r>
              <a:rPr lang="en-US" b="1">
                <a:latin typeface="Roboto"/>
                <a:ea typeface="Roboto"/>
                <a:cs typeface="Roboto"/>
              </a:rPr>
              <a:t>Year:</a:t>
            </a:r>
            <a:r>
              <a:rPr lang="en-US">
                <a:latin typeface="Roboto"/>
                <a:ea typeface="Roboto"/>
                <a:cs typeface="Roboto"/>
              </a:rPr>
              <a:t> Senior</a:t>
            </a:r>
          </a:p>
          <a:p>
            <a:pPr marL="228600" indent="-228600">
              <a:buFont typeface=""/>
              <a:buChar char="•"/>
            </a:pPr>
            <a:r>
              <a:rPr lang="en-US" b="1">
                <a:latin typeface="Roboto"/>
                <a:ea typeface="Roboto"/>
                <a:cs typeface="Roboto"/>
              </a:rPr>
              <a:t>Academic Interest:</a:t>
            </a:r>
            <a:r>
              <a:rPr lang="en-US">
                <a:latin typeface="Roboto"/>
                <a:ea typeface="Roboto"/>
                <a:cs typeface="Roboto"/>
              </a:rPr>
              <a:t> Physics</a:t>
            </a:r>
          </a:p>
          <a:p>
            <a:pPr marL="228600" indent="-228600">
              <a:buFont typeface=""/>
              <a:buChar char="•"/>
            </a:pPr>
            <a:r>
              <a:rPr lang="en-US" b="1">
                <a:latin typeface="Roboto"/>
                <a:ea typeface="Roboto"/>
                <a:cs typeface="Roboto"/>
              </a:rPr>
              <a:t>Research Interest:</a:t>
            </a:r>
            <a:r>
              <a:rPr lang="en-US">
                <a:latin typeface="Roboto"/>
                <a:ea typeface="Roboto"/>
                <a:cs typeface="Roboto"/>
              </a:rPr>
              <a:t> Sustainable Agriculture</a:t>
            </a:r>
          </a:p>
          <a:p>
            <a:pPr marL="228600" indent="-228600">
              <a:buFont typeface=""/>
              <a:buChar char="•"/>
            </a:pPr>
            <a:r>
              <a:rPr lang="en-US" b="1">
                <a:latin typeface="Roboto"/>
                <a:ea typeface="Roboto"/>
                <a:cs typeface="Roboto"/>
              </a:rPr>
              <a:t>Skills / Activities:</a:t>
            </a:r>
            <a:r>
              <a:rPr lang="en-US">
                <a:latin typeface="Roboto"/>
                <a:ea typeface="Roboto"/>
                <a:cs typeface="Roboto"/>
              </a:rPr>
              <a:t> Leadership, Art Club</a:t>
            </a:r>
          </a:p>
          <a:p>
            <a:r>
              <a:rPr lang="en-US" b="1">
                <a:latin typeface="Roboto"/>
                <a:ea typeface="Roboto"/>
                <a:cs typeface="Roboto"/>
              </a:rPr>
              <a:t>Top 3 Final Recommendations</a:t>
            </a:r>
          </a:p>
          <a:p>
            <a:pPr marL="228600" indent="-228600">
              <a:buFont typeface=""/>
              <a:buAutoNum type="arabicPeriod"/>
            </a:pPr>
            <a:r>
              <a:rPr lang="en-US" b="1">
                <a:latin typeface="Roboto"/>
                <a:ea typeface="Roboto"/>
                <a:cs typeface="Roboto"/>
              </a:rPr>
              <a:t>ESM 224 – Sustainable Water Resource Management</a:t>
            </a:r>
          </a:p>
          <a:p>
            <a:pPr marL="228600" lvl="1" indent="-228600">
              <a:buFont typeface=""/>
              <a:buAutoNum type="arabicPeriod"/>
            </a:pPr>
            <a:r>
              <a:rPr lang="en-US">
                <a:latin typeface="Roboto"/>
                <a:ea typeface="Roboto"/>
                <a:cs typeface="Roboto"/>
              </a:rPr>
              <a:t>BM25 Score: 26.59</a:t>
            </a:r>
          </a:p>
          <a:p>
            <a:pPr marL="228600" lvl="1" indent="-228600">
              <a:buFont typeface=""/>
              <a:buAutoNum type="arabicPeriod"/>
            </a:pPr>
            <a:r>
              <a:rPr lang="en-US" i="1">
                <a:latin typeface="Roboto"/>
                <a:ea typeface="Roboto"/>
                <a:cs typeface="Roboto"/>
              </a:rPr>
              <a:t>Why selected:</a:t>
            </a:r>
            <a:r>
              <a:rPr lang="en-US">
                <a:latin typeface="Roboto"/>
                <a:ea typeface="Roboto"/>
                <a:cs typeface="Roboto"/>
              </a:rPr>
              <a:t> Strong match to the student’s sustainability-related research interests.</a:t>
            </a:r>
          </a:p>
          <a:p>
            <a:pPr marL="228600" indent="-228600">
              <a:buFont typeface=""/>
              <a:buAutoNum type="arabicPeriod"/>
            </a:pPr>
            <a:r>
              <a:rPr lang="en-US" b="1">
                <a:latin typeface="Roboto"/>
                <a:ea typeface="Roboto"/>
                <a:cs typeface="Roboto"/>
              </a:rPr>
              <a:t>EEMB 188RE – Conservation Restoration Seminar</a:t>
            </a:r>
          </a:p>
          <a:p>
            <a:pPr marL="228600" lvl="1" indent="-228600">
              <a:buFont typeface=""/>
              <a:buAutoNum type="arabicPeriod"/>
            </a:pPr>
            <a:r>
              <a:rPr lang="en-US">
                <a:latin typeface="Roboto"/>
                <a:ea typeface="Roboto"/>
                <a:cs typeface="Roboto"/>
              </a:rPr>
              <a:t>BM25 Score: 24.76</a:t>
            </a:r>
          </a:p>
          <a:p>
            <a:pPr marL="228600" lvl="1" indent="-228600">
              <a:buFont typeface=""/>
              <a:buAutoNum type="arabicPeriod"/>
            </a:pPr>
            <a:r>
              <a:rPr lang="en-US" i="1">
                <a:latin typeface="Roboto"/>
                <a:ea typeface="Roboto"/>
                <a:cs typeface="Roboto"/>
              </a:rPr>
              <a:t>Why selected:</a:t>
            </a:r>
            <a:r>
              <a:rPr lang="en-US">
                <a:latin typeface="Roboto"/>
                <a:ea typeface="Roboto"/>
                <a:cs typeface="Roboto"/>
              </a:rPr>
              <a:t> Aligns with the student’s biology background and environmental interests.</a:t>
            </a:r>
          </a:p>
          <a:p>
            <a:pPr marL="228600" indent="-228600">
              <a:buFont typeface=""/>
              <a:buAutoNum type="arabicPeriod"/>
            </a:pPr>
            <a:r>
              <a:rPr lang="en-US" b="1">
                <a:latin typeface="Roboto"/>
                <a:ea typeface="Roboto"/>
                <a:cs typeface="Roboto"/>
              </a:rPr>
              <a:t>ME 154 – Structures</a:t>
            </a:r>
          </a:p>
          <a:p>
            <a:pPr marL="228600" lvl="1" indent="-228600">
              <a:buFont typeface=""/>
              <a:buAutoNum type="arabicPeriod"/>
            </a:pPr>
            <a:r>
              <a:rPr lang="en-US">
                <a:latin typeface="Roboto"/>
                <a:ea typeface="Roboto"/>
                <a:cs typeface="Roboto"/>
              </a:rPr>
              <a:t>BM25 Score: 27.61</a:t>
            </a:r>
          </a:p>
          <a:p>
            <a:pPr marL="228600" lvl="1" indent="-228600">
              <a:buFont typeface=""/>
              <a:buAutoNum type="arabicPeriod"/>
            </a:pPr>
            <a:r>
              <a:rPr lang="en-US" i="1">
                <a:latin typeface="Roboto"/>
                <a:ea typeface="Roboto"/>
                <a:cs typeface="Roboto"/>
              </a:rPr>
              <a:t>Why selected:</a:t>
            </a:r>
            <a:r>
              <a:rPr lang="en-US">
                <a:latin typeface="Roboto"/>
                <a:ea typeface="Roboto"/>
                <a:cs typeface="Roboto"/>
              </a:rPr>
              <a:t> Retrieved as a relevant candidate, though less directly aligned than the top two.</a:t>
            </a:r>
          </a:p>
          <a:p>
            <a:pPr algn="ctr"/>
            <a:endParaRPr lang="en-US" dirty="0">
              <a:latin typeface="Roboto"/>
              <a:ea typeface="Roboto"/>
              <a:cs typeface="Roboto"/>
            </a:endParaRPr>
          </a:p>
        </p:txBody>
      </p:sp>
    </p:spTree>
    <p:extLst>
      <p:ext uri="{BB962C8B-B14F-4D97-AF65-F5344CB8AC3E}">
        <p14:creationId xmlns:p14="http://schemas.microsoft.com/office/powerpoint/2010/main" val="286198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3">
          <a:extLst>
            <a:ext uri="{FF2B5EF4-FFF2-40B4-BE49-F238E27FC236}">
              <a16:creationId xmlns:a16="http://schemas.microsoft.com/office/drawing/2014/main" id="{B946D9DE-4B5D-56F7-9FBD-F2DA80799060}"/>
            </a:ext>
          </a:extLst>
        </p:cNvPr>
        <p:cNvGrpSpPr/>
        <p:nvPr/>
      </p:nvGrpSpPr>
      <p:grpSpPr>
        <a:xfrm>
          <a:off x="0" y="0"/>
          <a:ext cx="0" cy="0"/>
          <a:chOff x="0" y="0"/>
          <a:chExt cx="0" cy="0"/>
        </a:xfrm>
      </p:grpSpPr>
      <p:sp>
        <p:nvSpPr>
          <p:cNvPr id="394" name="Google Shape;394;p54">
            <a:extLst>
              <a:ext uri="{FF2B5EF4-FFF2-40B4-BE49-F238E27FC236}">
                <a16:creationId xmlns:a16="http://schemas.microsoft.com/office/drawing/2014/main" id="{00828FE5-B8DA-2A4E-7475-506E22CC527F}"/>
              </a:ext>
            </a:extLst>
          </p:cNvPr>
          <p:cNvSpPr/>
          <p:nvPr/>
        </p:nvSpPr>
        <p:spPr>
          <a:xfrm>
            <a:off x="433750" y="4641175"/>
            <a:ext cx="2097600" cy="423900"/>
          </a:xfrm>
          <a:prstGeom prst="rect">
            <a:avLst/>
          </a:prstGeom>
          <a:solidFill>
            <a:schemeClr val="lt1"/>
          </a:solidFill>
          <a:ln w="9525" cap="flat" cmpd="sng">
            <a:solidFill>
              <a:srgbClr val="F6F5E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395" name="Google Shape;395;p54">
            <a:extLst>
              <a:ext uri="{FF2B5EF4-FFF2-40B4-BE49-F238E27FC236}">
                <a16:creationId xmlns:a16="http://schemas.microsoft.com/office/drawing/2014/main" id="{BF64DD9A-4B52-9464-FAB6-D690CF73FF6F}"/>
              </a:ext>
            </a:extLst>
          </p:cNvPr>
          <p:cNvSpPr txBox="1">
            <a:spLocks noGrp="1"/>
          </p:cNvSpPr>
          <p:nvPr>
            <p:ph type="title"/>
          </p:nvPr>
        </p:nvSpPr>
        <p:spPr>
          <a:xfrm>
            <a:off x="432110" y="1017100"/>
            <a:ext cx="8131140" cy="2655300"/>
          </a:xfrm>
          <a:prstGeom prst="rect">
            <a:avLst/>
          </a:prstGeom>
        </p:spPr>
        <p:txBody>
          <a:bodyPr spcFirstLastPara="1" wrap="square" lIns="91425" tIns="91425" rIns="91425" bIns="91425" anchor="t" anchorCtr="0">
            <a:noAutofit/>
          </a:bodyPr>
          <a:lstStyle/>
          <a:p>
            <a:pPr>
              <a:buClr>
                <a:srgbClr val="000000"/>
              </a:buClr>
              <a:buSzPts val="1300"/>
            </a:pPr>
            <a:r>
              <a:rPr lang="en" sz="1300" dirty="0">
                <a:solidFill>
                  <a:srgbClr val="000000"/>
                </a:solidFill>
                <a:latin typeface="Roboto"/>
                <a:ea typeface="Roboto"/>
                <a:cs typeface="Roboto"/>
                <a:sym typeface="Arial"/>
              </a:rPr>
              <a:t>Weighted student profile fields:</a:t>
            </a:r>
            <a:r>
              <a:rPr lang="en" sz="1300" b="0" dirty="0">
                <a:solidFill>
                  <a:srgbClr val="000000"/>
                </a:solidFill>
                <a:latin typeface="Roboto"/>
                <a:ea typeface="Roboto"/>
                <a:cs typeface="Roboto"/>
                <a:sym typeface="Arial"/>
              </a:rPr>
              <a:t> Different parts of the student profile were not equally informative, so I assigned higher weights to academic interests, major, and research interests, while keeping extracurriculars, skills, clubs, and languages as lower-weight signals.</a:t>
            </a:r>
            <a:br>
              <a:rPr lang="en" sz="1300" b="0" dirty="0">
                <a:latin typeface="Roboto"/>
                <a:ea typeface="Roboto"/>
                <a:cs typeface="Roboto"/>
              </a:rPr>
            </a:br>
            <a:endParaRPr lang="en-US" sz="1300" b="0">
              <a:solidFill>
                <a:srgbClr val="000000"/>
              </a:solidFill>
              <a:latin typeface="Roboto"/>
              <a:ea typeface="Roboto"/>
              <a:cs typeface="Roboto"/>
            </a:endParaRPr>
          </a:p>
          <a:p>
            <a:pPr>
              <a:buSzPts val="1300"/>
            </a:pPr>
            <a:r>
              <a:rPr lang="en" sz="1300">
                <a:solidFill>
                  <a:srgbClr val="000000"/>
                </a:solidFill>
                <a:latin typeface="Roboto"/>
                <a:ea typeface="Roboto"/>
                <a:cs typeface="Roboto"/>
                <a:sym typeface="Arial"/>
              </a:rPr>
              <a:t>Course ID formatting mismatch:</a:t>
            </a:r>
            <a:r>
              <a:rPr lang="en" sz="1300" b="0">
                <a:solidFill>
                  <a:srgbClr val="000000"/>
                </a:solidFill>
                <a:latin typeface="Roboto"/>
                <a:ea typeface="Roboto"/>
                <a:cs typeface="Roboto"/>
                <a:sym typeface="Arial"/>
              </a:rPr>
              <a:t> The LLM sometimes returned course IDs with spacing that did not exactly match the original dataset, so I added normalization rules to merge the reranked output back to the course table correctly.</a:t>
            </a:r>
            <a:br>
              <a:rPr lang="en" sz="1300" b="0" dirty="0">
                <a:latin typeface="Roboto"/>
                <a:ea typeface="Roboto"/>
                <a:cs typeface="Roboto"/>
              </a:rPr>
            </a:br>
            <a:br>
              <a:rPr lang="en" sz="1300" b="0" dirty="0">
                <a:latin typeface="Roboto"/>
                <a:ea typeface="Roboto"/>
                <a:cs typeface="Roboto"/>
              </a:rPr>
            </a:br>
            <a:r>
              <a:rPr lang="en" sz="1300">
                <a:solidFill>
                  <a:srgbClr val="000000"/>
                </a:solidFill>
                <a:latin typeface="Roboto"/>
                <a:ea typeface="Roboto"/>
                <a:cs typeface="Roboto"/>
                <a:sym typeface="Arial"/>
              </a:rPr>
              <a:t>Over-recommendation of special study courses:</a:t>
            </a:r>
            <a:r>
              <a:rPr lang="en" sz="1300" b="0">
                <a:solidFill>
                  <a:srgbClr val="000000"/>
                </a:solidFill>
                <a:latin typeface="Roboto"/>
                <a:ea typeface="Roboto"/>
                <a:cs typeface="Roboto"/>
                <a:sym typeface="Arial"/>
              </a:rPr>
              <a:t> Courses like 99 and 199 kept appearing across many students, so I introduced filtering rules to remove independent study / research-placement style courses from the candidate pool.</a:t>
            </a:r>
            <a:br>
              <a:rPr lang="en" sz="1300" b="0" dirty="0">
                <a:latin typeface="Roboto"/>
                <a:ea typeface="Roboto"/>
                <a:cs typeface="Roboto"/>
              </a:rPr>
            </a:br>
            <a:br>
              <a:rPr lang="en" sz="1300" b="0" dirty="0">
                <a:latin typeface="Roboto"/>
                <a:ea typeface="Roboto"/>
                <a:cs typeface="Roboto"/>
              </a:rPr>
            </a:br>
            <a:r>
              <a:rPr lang="en" sz="1300">
                <a:latin typeface="Roboto"/>
                <a:ea typeface="Roboto"/>
                <a:cs typeface="Roboto"/>
              </a:rPr>
              <a:t>API integration and authentication issues:</a:t>
            </a:r>
            <a:r>
              <a:rPr lang="en" sz="1300" b="0">
                <a:latin typeface="Roboto"/>
                <a:ea typeface="Roboto"/>
                <a:cs typeface="Roboto"/>
              </a:rPr>
              <a:t> Connecting the reranking stage to an OpenAI-compatible provider required debugging environment variables, authentication setup, and model configuration before the LLM pipeline ran reliably.</a:t>
            </a:r>
            <a:endParaRPr lang="en">
              <a:latin typeface="Roboto"/>
              <a:ea typeface="Roboto"/>
              <a:cs typeface="Roboto"/>
            </a:endParaRPr>
          </a:p>
          <a:p>
            <a:pPr marL="285750" indent="-285750">
              <a:buSzPts val="1300"/>
              <a:buAutoNum type="arabicPeriod"/>
            </a:pPr>
            <a:endParaRPr lang="en" sz="1300" b="0" dirty="0">
              <a:latin typeface="Roboto"/>
              <a:ea typeface="Roboto"/>
              <a:cs typeface="Roboto"/>
            </a:endParaRPr>
          </a:p>
          <a:p>
            <a:pPr marL="457200" indent="-311150">
              <a:lnSpc>
                <a:spcPct val="114999"/>
              </a:lnSpc>
              <a:buClr>
                <a:srgbClr val="000000"/>
              </a:buClr>
              <a:buSzPts val="1300"/>
              <a:buAutoNum type="arabicPeriod"/>
            </a:pPr>
            <a:endParaRPr lang="en" sz="1300" dirty="0">
              <a:solidFill>
                <a:srgbClr val="000000"/>
              </a:solidFill>
              <a:latin typeface="Roboto"/>
              <a:ea typeface="Roboto"/>
              <a:cs typeface="Roboto"/>
            </a:endParaRPr>
          </a:p>
        </p:txBody>
      </p:sp>
      <p:sp>
        <p:nvSpPr>
          <p:cNvPr id="396" name="Google Shape;396;p54">
            <a:extLst>
              <a:ext uri="{FF2B5EF4-FFF2-40B4-BE49-F238E27FC236}">
                <a16:creationId xmlns:a16="http://schemas.microsoft.com/office/drawing/2014/main" id="{BFCF354C-78E0-1B72-F214-889073E9F877}"/>
              </a:ext>
            </a:extLst>
          </p:cNvPr>
          <p:cNvSpPr txBox="1"/>
          <p:nvPr/>
        </p:nvSpPr>
        <p:spPr>
          <a:xfrm>
            <a:off x="433750" y="299450"/>
            <a:ext cx="6863216" cy="574800"/>
          </a:xfrm>
          <a:prstGeom prst="rect">
            <a:avLst/>
          </a:prstGeom>
          <a:noFill/>
          <a:ln>
            <a:noFill/>
          </a:ln>
        </p:spPr>
        <p:txBody>
          <a:bodyPr spcFirstLastPara="1" wrap="square" lIns="91425" tIns="91425" rIns="91425" bIns="91425" anchor="t" anchorCtr="0">
            <a:noAutofit/>
          </a:bodyPr>
          <a:lstStyle/>
          <a:p>
            <a:r>
              <a:rPr lang="en" sz="2800">
                <a:solidFill>
                  <a:schemeClr val="dk2"/>
                </a:solidFill>
                <a:ea typeface="Roboto"/>
                <a:sym typeface="Roboto"/>
              </a:rPr>
              <a:t>Issues Overcome along the way</a:t>
            </a:r>
            <a:endParaRPr lang="en-US"/>
          </a:p>
        </p:txBody>
      </p:sp>
    </p:spTree>
    <p:extLst>
      <p:ext uri="{BB962C8B-B14F-4D97-AF65-F5344CB8AC3E}">
        <p14:creationId xmlns:p14="http://schemas.microsoft.com/office/powerpoint/2010/main" val="125736943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vestor Pitch">
  <a:themeElements>
    <a:clrScheme name="Simple Light">
      <a:dk1>
        <a:srgbClr val="1A36B4"/>
      </a:dk1>
      <a:lt1>
        <a:srgbClr val="F6F5EC"/>
      </a:lt1>
      <a:dk2>
        <a:srgbClr val="1D1D1D"/>
      </a:dk2>
      <a:lt2>
        <a:srgbClr val="A4C2F4"/>
      </a:lt2>
      <a:accent1>
        <a:srgbClr val="FFFFFF"/>
      </a:accent1>
      <a:accent2>
        <a:srgbClr val="1A36B4"/>
      </a:accent2>
      <a:accent3>
        <a:srgbClr val="1D1D1D"/>
      </a:accent3>
      <a:accent4>
        <a:srgbClr val="F6F5EC"/>
      </a:accent4>
      <a:accent5>
        <a:srgbClr val="1A36B4"/>
      </a:accent5>
      <a:accent6>
        <a:srgbClr val="595959"/>
      </a:accent6>
      <a:hlink>
        <a:srgbClr val="A4C2F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9</Notes>
  <HiddenSlides>0</HiddenSlide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Simple Light</vt:lpstr>
      <vt:lpstr>Investor Pitch</vt:lpstr>
      <vt:lpstr>Course Recommendation System </vt:lpstr>
      <vt:lpstr>UCSB offers a liberal arts education  Vast variety to courses in different subjects.  No official way for students to get tailored list of courses that match their interest outside of their major. besides friends or Reddit  Goal: Help with course searching by creating a course recommendation system that recommend UCSB courses to students based on their interests. Offer explanation for recommended courses through LLM</vt:lpstr>
      <vt:lpstr>The course description dataset and the underlying BM25 retrieval framework were first developed by me about a year ago and later extended for this project. Contribution: designed the weighted student-profile matching logic, added filtering rules to improve recommendation quality, and incorporated an LLM-based reranking and explanation layer to make final recommendation more interpretable</vt:lpstr>
      <vt:lpstr>API and Courses Data</vt:lpstr>
      <vt:lpstr>Student Data</vt:lpstr>
      <vt:lpstr>Methodology- Recommender System</vt:lpstr>
      <vt:lpstr>Student profile  → BM25 retrieves top 5–10 courses  → LLM reranks candidates  → Top 3 final recommendations + explanations</vt:lpstr>
      <vt:lpstr>PowerPoint Presentation</vt:lpstr>
      <vt:lpstr>Weighted student profile fields: Different parts of the student profile were not equally informative, so I assigned higher weights to academic interests, major, and research interests, while keeping extracurriculars, skills, clubs, and languages as lower-weight signals.  Course ID formatting mismatch: The LLM sometimes returned course IDs with spacing that did not exactly match the original dataset, so I added normalization rules to merge the reranked output back to the course table correctly.  Over-recommendation of special study courses: Courses like 99 and 199 kept appearing across many students, so I introduced filtering rules to remove independent study / research-placement style courses from the candidate pool.  API integration and authentication issues: Connecting the reranking stage to an OpenAI-compatible provider required debugging environment variables, authentication setup, and model configuration before the LLM pipeline ran reliably.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125</cp:revision>
  <dcterms:modified xsi:type="dcterms:W3CDTF">2026-03-20T19:52:53Z</dcterms:modified>
</cp:coreProperties>
</file>